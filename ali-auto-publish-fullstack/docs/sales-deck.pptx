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C8E0"/>
                </a:solidFill>
              </a:defRPr>
            </a:pPr>
            <a:r>
              <a:t>客户方案 · 销售专用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国际站运营，别再靠人海战术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8E8F4"/>
                </a:solidFill>
              </a:defRPr>
            </a:pPr>
            <a:r>
              <a:t>自动发品与运营管理系统</a:t>
            </a:r>
          </a:p>
          <a:p>
            <a:pPr>
              <a:defRPr sz="1800">
                <a:solidFill>
                  <a:srgbClr val="D8E8F4"/>
                </a:solidFill>
              </a:defRPr>
            </a:pPr>
            <a:r>
              <a:t>一条链路搞定：上架 · 跟踪 · 下载 · 分析 · 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2286000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0B0C8"/>
                </a:solidFill>
              </a:defRPr>
            </a:pPr>
            <a:r>
              <a:t>【可填写】公司名称  |  销售顾问  |  演示日期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您是否也在经历这些？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典型国际站卖家的日常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运营每天泡在后台：传图、填属性、对价格，一条链接半小时起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店铺 SKU 一多，新人培训成本高，老人一走流程就断档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新发的产品记不全 ID，上了架也不知道后面曝光好不好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参谋数据要人工导，周报靠 Excel 拼，决策总是慢半拍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P4P 在烧钱，但说不清哪些品该加推、哪些该止损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手里好几个脚本，出问题不知道卡在哪一步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销售话术：不是您不努力，是重复劳动把团队精力耗光了。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我们提供的答案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一套系统，把国际站运营做成「标准流水线」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20240"/>
            <a:ext cx="265176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200" b="1">
                <a:solidFill>
                  <a:srgbClr val="FF6A00"/>
                </a:solidFill>
              </a:defRPr>
            </a:pPr>
            <a:r>
              <a:t>省时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1A1A2E"/>
                </a:solidFill>
              </a:defRPr>
            </a:pPr>
            <a:r>
              <a:t>自动发品</a:t>
            </a:r>
          </a:p>
          <a:p>
            <a:pPr algn="ctr">
              <a:spcBef>
                <a:spcPts val="400"/>
              </a:spcBef>
              <a:defRPr sz="1100">
                <a:solidFill>
                  <a:srgbClr val="5A6A7A"/>
                </a:solidFill>
              </a:defRPr>
            </a:pPr>
            <a:r>
              <a:t>7步流程批量/定时上架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920240"/>
            <a:ext cx="265176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200" b="1">
                <a:solidFill>
                  <a:srgbClr val="FF6A00"/>
                </a:solidFill>
              </a:defRPr>
            </a:pPr>
            <a:r>
              <a:t>省心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1A1A2E"/>
                </a:solidFill>
              </a:defRPr>
            </a:pPr>
            <a:r>
              <a:t>自动跟品</a:t>
            </a:r>
          </a:p>
          <a:p>
            <a:pPr algn="ctr">
              <a:spcBef>
                <a:spcPts val="400"/>
              </a:spcBef>
              <a:defRPr sz="1100">
                <a:solidFill>
                  <a:srgbClr val="5A6A7A"/>
                </a:solidFill>
              </a:defRPr>
            </a:pPr>
            <a:r>
              <a:t>新发ID自动入库监控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920240"/>
            <a:ext cx="265176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200" b="1">
                <a:solidFill>
                  <a:srgbClr val="FF6A00"/>
                </a:solidFill>
              </a:defRPr>
            </a:pPr>
            <a:r>
              <a:t>省力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1A1A2E"/>
                </a:solidFill>
              </a:defRPr>
            </a:pPr>
            <a:r>
              <a:t>数据决策</a:t>
            </a:r>
          </a:p>
          <a:p>
            <a:pPr algn="ctr">
              <a:spcBef>
                <a:spcPts val="400"/>
              </a:spcBef>
              <a:defRPr sz="1100">
                <a:solidFill>
                  <a:srgbClr val="5A6A7A"/>
                </a:solidFill>
              </a:defRPr>
            </a:pPr>
            <a:r>
              <a:t>下载+分析+看板一体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您只需：按模板准备好 Excel 与图片，配置好规则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系统完成：登录、融属性、传图、设价、发布、记新发、拉数据、出分析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您得到：该上新的上新，该优化的优化，该加推的加推——有名单、有依据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使用前 vs 使用后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同样团队规模，做更多事、做错更少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使用前（人工）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1 人每天发 5～10 条已属高效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属性/价格靠记忆，易出错被平台打回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新发品跟踪靠表格手工维护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周报 = 下载 + 复制 + 透视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优化靠经验，难以复盘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554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使用后（系统）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96596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批量+定时，夜间跑量白天盯询盘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规则一次配置，全店统一执行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发品成功自动写入监控池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一键下载 + 综合分析出结果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控制台看异动、P4P、推荐名单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949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98A1A"/>
                </a:solidFill>
              </a:defRPr>
            </a:pPr>
            <a:r>
              <a:t>【销售填写】客户实测：发品效率提升 ____ 倍  |  运营节省 ____ 人天/周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三大客户价值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对客户只说结果，不说技术名词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81381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2000" b="1">
                <a:solidFill>
                  <a:srgbClr val="0F4C81"/>
                </a:solidFill>
              </a:defRPr>
            </a:pPr>
            <a:r>
              <a:t>多卖货  |  稳定上新 + 新发监控</a:t>
            </a:r>
          </a:p>
          <a:p>
            <a:pPr>
              <a:spcBef>
                <a:spcPts val="600"/>
              </a:spcBef>
              <a:defRPr sz="1400">
                <a:solidFill>
                  <a:srgbClr val="1A1A2E"/>
                </a:solidFill>
              </a:defRPr>
            </a:pPr>
            <a:r>
              <a:t>持续铺货不中断，高曝光新品及时跟进转化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91840"/>
            <a:ext cx="81381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2000" b="1">
                <a:solidFill>
                  <a:srgbClr val="0F4C81"/>
                </a:solidFill>
              </a:defRPr>
            </a:pPr>
            <a:r>
              <a:t>少烧钱  |  P4P/异动/推荐看板</a:t>
            </a:r>
          </a:p>
          <a:p>
            <a:pPr>
              <a:spcBef>
                <a:spcPts val="600"/>
              </a:spcBef>
              <a:defRPr sz="1400">
                <a:solidFill>
                  <a:srgbClr val="1A1A2E"/>
                </a:solidFill>
              </a:defRPr>
            </a:pPr>
            <a:r>
              <a:t>把钱花在有点击、有询盘的品上，低效品早识别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892040"/>
            <a:ext cx="81381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2000" b="1">
                <a:solidFill>
                  <a:srgbClr val="0F4C81"/>
                </a:solidFill>
              </a:defRPr>
            </a:pPr>
            <a:r>
              <a:t>少招人  |  流程标准化</a:t>
            </a:r>
          </a:p>
          <a:p>
            <a:pPr>
              <a:spcBef>
                <a:spcPts val="600"/>
              </a:spcBef>
              <a:defRPr sz="1400">
                <a:solidFill>
                  <a:srgbClr val="1A1A2E"/>
                </a:solidFill>
              </a:defRPr>
            </a:pPr>
            <a:r>
              <a:t>1 套系统顶掉大量重复岗位，团队聚焦选品与谈单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能力一：自动发品中心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让客户「听得懂」的功能表述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批量上架 — 表格导入，自动完成传图、属性、价格、发布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定时上架 — 支持定时/每日定时，错峰发布更自然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发完即建档 — 成功链接自动进入「新发监控」，不用手工记 ID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后续自动化 — 可串联「优化产品」「新品绑视频」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全程可查 — 任务日志实时可见，出问题立刻知道卡在哪一步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成交点：把「发品专员」从重复劳动里解放出来。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能力二：数据自动采集 + 智能分析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参谋数据不再靠人工周更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自动下载 — 产品参谋、关键词、店铺运营、流量渠道等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综合分析 — 曝光/点击/询盘/TM 等多维指标一键统计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决策名单 — P4P 分析、产品异动、综合排名、推荐关注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新发监控 — 按周曝光筛选潜力新品，优先跟进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优化建议 — 标题等方向分析，减少「凭感觉改」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成交点：老板每周看一张「该干什么」清单，而不是一堆原始表。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能力三：图片与素材效率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上新前的素材准备也能提速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图片规范化 — 分组管理、命名统一，发品前少折腾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AI 生图 — 批量生成主图/场景图，缩短拍摄与修图周期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店铺图片采集 — 已有素材一键整理复用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成交点：缩短「有想法」到「能上架」的时间。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能力四：运营驾驶舱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一屏回答：今天该盯哪些品？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店铺诊断 — 快速进入问题与方案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P4P 摘要 — 有询盘 vs 低点击无询盘，投放调整有依据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异动榜单 — 涨跌最明显的 SKU 一眼可见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推荐关注 — 综合评分优秀 + 新发高曝光潜力品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一键串联 — 发品 → 优化 → 绑视频 → 下载 → 分析，全流程可自动化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典型成交场景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对不同客户，强调不同痛点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铺货型卖家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痛点：SKU 多、上新频    →    话术：强调批量发品 + 定时 + 新发监控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83464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成长型店铺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痛点：想放大询盘    →    话术：强调数据分析 + P4P + 推荐关注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06908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代运营公司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痛点：多店铺可复制    →    话术：强调标准流程 + 桌面包交付 + 会员授权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老板亲自盯盘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痛点：人少事多    →    话术：强调控制台一屏决策 + 省人力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为什么选择我们？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对比表可直接用于谈判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371600" cy="475488"/>
          </a:xfrm>
          <a:prstGeom prst="rect">
            <a:avLst/>
          </a:prstGeom>
          <a:solidFill>
            <a:srgbClr val="0F4C81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对比项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508760"/>
            <a:ext cx="3200400" cy="475488"/>
          </a:xfrm>
          <a:prstGeom prst="rect">
            <a:avLst/>
          </a:prstGeom>
          <a:solidFill>
            <a:srgbClr val="0F4C81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纯人工/零散脚本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508760"/>
            <a:ext cx="3200400" cy="475488"/>
          </a:xfrm>
          <a:prstGeom prst="rect">
            <a:avLst/>
          </a:prstGeom>
          <a:solidFill>
            <a:srgbClr val="0F4C81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本系统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84248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发品效率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984248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低、依赖个人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984248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批量+定时+规则复用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13716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出错率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459736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高，难复盘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459736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流程固定，日志可追溯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35224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新发跟踪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935224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手工记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935224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发品成功自动入库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10712"/>
            <a:ext cx="13716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数据更新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410712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每周手工导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410712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自动下载+分析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团队交接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886200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靠人带人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3886200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配置即文档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61688"/>
            <a:ext cx="13716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交付方式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361688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难复制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361688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支持桌面安装包+会员体系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37176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数据安全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4837176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分散在多表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4837176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本地存储，可私有化部署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客户最关心的四个问题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售前异议处理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Q：会不会很难学？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A：可视化配置，销售可演示「填表→一键发品」；核心操作 1 天内可上手。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Q：阿里改版怎么办？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A：流程模块化维护，元素定位可更新；我们提供持续升级服务（按合同约定）。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Q：数据会不会泄露？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A：默认本机运行、本地 Excel 存储，适合对数据敏感的客户。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Q：适合几个人用？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A：小团队 1～2 人即可跑全店；代运营可多店铺复制配置。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交付与服务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让客户买得放心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交付形态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桌面安装包 — 适合终端客户，双击即用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本机部署 — 适合对数据与网络有要求的团队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会员体系（系统内置）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注册登录、试用期、VIP、充值与积分等能力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支持代理/分发商业模式（可按贵司政策包装）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建议服务包（可写入合同）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远程安装与配置初始化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首次发品陪跑 + 周报模板对接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平台页面变更时的维护升级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合作方案（请销售填写）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报价页务必按公司最新政策更新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体验版  ·  试用 ____ 天  ·  【价格】____ 元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包含：核心发品 + 基础下载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70632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标准版  ·  单店年度  ·  【价格】____ 元/年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包含：发品+分析+看板全功能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941064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旗舰版  ·  单店+陪跑  ·  【价格】____ 元/年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包含：含部署、培训、季度优化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11496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代理/OEM  ·  多店铺分发  ·  【政策】面议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包含：桌面包+授权码+分润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签约后 3 步上手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降低客户决策顾虑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260604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200" b="1">
                <a:solidFill>
                  <a:srgbClr val="FF6A00"/>
                </a:solidFill>
              </a:defRPr>
            </a:pPr>
            <a:r>
              <a:t>第 1 步</a:t>
            </a:r>
          </a:p>
          <a:p>
            <a:pPr algn="ctr">
              <a:spcBef>
                <a:spcPts val="1200"/>
              </a:spcBef>
              <a:defRPr sz="1600">
                <a:solidFill>
                  <a:srgbClr val="0F4C81"/>
                </a:solidFill>
              </a:defRPr>
            </a:pPr>
            <a:r>
              <a:t>1～2 天</a:t>
            </a:r>
          </a:p>
          <a:p>
            <a:pPr algn="ctr">
              <a:spcBef>
                <a:spcPts val="1600"/>
              </a:spcBef>
              <a:defRPr sz="1300">
                <a:solidFill>
                  <a:srgbClr val="1A1A2E"/>
                </a:solidFill>
              </a:defRPr>
            </a:pPr>
            <a:r>
              <a:t>安装系统 + 登录配置 + 路径/规则初始化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828800"/>
            <a:ext cx="260604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200" b="1">
                <a:solidFill>
                  <a:srgbClr val="FF6A00"/>
                </a:solidFill>
              </a:defRPr>
            </a:pPr>
            <a:r>
              <a:t>第 2 步</a:t>
            </a:r>
          </a:p>
          <a:p>
            <a:pPr algn="ctr">
              <a:spcBef>
                <a:spcPts val="1200"/>
              </a:spcBef>
              <a:defRPr sz="1600">
                <a:solidFill>
                  <a:srgbClr val="0F4C81"/>
                </a:solidFill>
              </a:defRPr>
            </a:pPr>
            <a:r>
              <a:t>第 3～5 天</a:t>
            </a:r>
          </a:p>
          <a:p>
            <a:pPr algn="ctr">
              <a:spcBef>
                <a:spcPts val="1600"/>
              </a:spcBef>
              <a:defRPr sz="1300">
                <a:solidFill>
                  <a:srgbClr val="1A1A2E"/>
                </a:solidFill>
              </a:defRPr>
            </a:pPr>
            <a:r>
              <a:t>试跑 10～20 个 SKU，确认发品与监控正常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260604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200" b="1">
                <a:solidFill>
                  <a:srgbClr val="FF6A00"/>
                </a:solidFill>
              </a:defRPr>
            </a:pPr>
            <a:r>
              <a:t>第 3 步</a:t>
            </a:r>
          </a:p>
          <a:p>
            <a:pPr algn="ctr">
              <a:spcBef>
                <a:spcPts val="1200"/>
              </a:spcBef>
              <a:defRPr sz="1600">
                <a:solidFill>
                  <a:srgbClr val="0F4C81"/>
                </a:solidFill>
              </a:defRPr>
            </a:pPr>
            <a:r>
              <a:t>第 2 周起</a:t>
            </a:r>
          </a:p>
          <a:p>
            <a:pPr algn="ctr">
              <a:spcBef>
                <a:spcPts val="1600"/>
              </a:spcBef>
              <a:defRPr sz="1300">
                <a:solidFill>
                  <a:srgbClr val="1A1A2E"/>
                </a:solidFill>
              </a:defRPr>
            </a:pPr>
            <a:r>
              <a:t>开启定时发品 + 周度数据分析例会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8640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销售承诺模板：____ 个工作日内完成首批发品成功。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客户案例（待补充）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有案例后成交率显著提升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【案例 1】行业：________  |  规模：____ SKU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使用前痛点：________________________________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使用后效果：发品效率 ____  |  询盘变化 ____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客户原话：「________________________________」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【案例 2】行业：________  |  规模：____ SKU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使用前痛点：________________________________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使用后效果：________________________________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【案例 3】可贴聊天截图 / 数据对比图（建议放本页右侧）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011680"/>
            <a:ext cx="3108960" cy="3840480"/>
          </a:xfrm>
          <a:prstGeom prst="rect">
            <a:avLst/>
          </a:prstGeom>
          <a:solidFill>
            <a:srgbClr val="E8ECF0"/>
          </a:solidFill>
          <a:ln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A6A7A"/>
                </a:solidFill>
              </a:defRPr>
            </a:pPr>
            <a:r>
              <a:t>截图</a:t>
            </a:r>
          </a:p>
          <a:p>
            <a:r>
              <a:t>占位区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现场演示建议流程（15 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销售拜访 / 线上演示脚本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① 控制台（2 分钟）— 展示异动、P4P、推荐关注，建立「有决策依据」印象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② 自动发品（5 分钟）— 展示七步流程、定时、实时日志，建立「能落地」印象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③ 新发监控（3 分钟）— 展示发品后自动入库 + 周曝光筛选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④ 数据下载+分析（3 分钟）— 一键任务 + 综合分析结果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⑤ 收尾（2 分钟）— 回到报价页 + 试用/签约政策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演示前务必：登录有效、准备 1 份真实 Excel、确认网络与浏览器正常。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常见拒绝与应对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销售话术备忘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「太贵了」→ 算人力账：1 个运营月薪 vs 系统年费；再问「漏发/错价一次的成本」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「我们自己有脚本」→ 问维护谁、是否含分析看板、新发是否自动跟踪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「先观望」→ 提供试用 + 陪跑 10 条 SKU，用结果说话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「怕封号」→ 强调合规使用、间隔可配置、模拟真人节奏，不承诺排名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「老板不在」→ 留一页「老板版」：三大价值 + 对比表 + 报价，约二次会议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下一步行动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6949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① 预约 15 分钟在线演示</a:t>
            </a:r>
          </a:p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② 申请试用账号（____ 天）</a:t>
            </a:r>
          </a:p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③ 确定合作方案与付款方式</a:t>
            </a:r>
          </a:p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④ 安排安装陪跑，首周见效果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0CCE4"/>
                </a:solidFill>
              </a:defRPr>
            </a:pPr>
            <a:r>
              <a:t>【请填写】</a:t>
            </a:r>
          </a:p>
          <a:p>
            <a:pPr algn="ctr">
              <a:defRPr sz="1500">
                <a:solidFill>
                  <a:srgbClr val="B0CCE4"/>
                </a:solidFill>
              </a:defRPr>
            </a:pPr>
            <a:r>
              <a:t>销售顾问：________    手机/微信：________</a:t>
            </a:r>
          </a:p>
          <a:p>
            <a:pPr algn="ctr">
              <a:defRPr sz="1500">
                <a:solidFill>
                  <a:srgbClr val="B0CCE4"/>
                </a:solidFill>
              </a:defRPr>
            </a:pPr>
            <a:r>
              <a:t>公司地址：________    官网/演示链接：________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让团队把时间花在询盘和订单上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EC"/>
                </a:solidFill>
              </a:defRPr>
            </a:pPr>
            <a:r>
              <a:t>感谢您的信任 · 期待合作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