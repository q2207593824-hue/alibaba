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8D4E8"/>
                </a:solidFill>
              </a:defRPr>
            </a:pPr>
            <a:r>
              <a:t>阿里巴巴国际站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自动发品与运营管理系统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F0F8"/>
                </a:solidFill>
              </a:defRPr>
            </a:pPr>
            <a:r>
              <a:t>发品自动化 · 数据可视化 · 运营有章法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937760"/>
            <a:ext cx="2011680" cy="5486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B8CC"/>
                </a:solidFill>
              </a:defRPr>
            </a:pPr>
            <a:r>
              <a:t>全栈版 · FastAPI + React · 本机/桌面部署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01  行业痛点与产品定位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02  系统架构与技术栈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03  四大业务模块总览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04  自动发品：七步流程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05  图片管理与 AI 生图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06  数据自动下载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07  数据分析与决策看板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08  控制台与运营闭环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09  核心优势与适用对象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行业痛点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国际站卖家日常运营中的典型挑战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常见痛点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后台逐条发品，属性/价格/图片重复劳动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Excel 与平台来回切换，易漏填、易错价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新发产品 ID 手工记录，跟踪困难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参谋/关键词数据每周手工导出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靠经验判断优化对象，缺乏统一指标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多个脚本分散，难维护、难协作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我们的定位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专为 Alibaba.com 定制的运营工具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发品 + 优化 + 绑视频 一体化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数据下载 → 分析 → 看板 闭环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可视化配置，规则可复用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实时任务日志，过程可追溯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支持桌面安装包，团队易分发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前后端分离 · 模块化服务层 · Monorepo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【前端】React 19 + Vite + TailwindCSS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→ 可视化配置、任务控制、数据分析看板、WebSocket 实时日志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【后端】FastAPI + Uvicorn + Pydantic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→ API 路由层 + Service 业务层（发品自动化 / 图片 / 下载 / 分析）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【自动化引擎】Playwright / Selenium + Chrome/Edge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→ 登录、翻页下载、填表发品、图片上传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【数据存储】本地 Excel + 可配置路径（数据不出本机，便于私有化部署）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【交付形态】开发模式（前后端分离启动）/ 桌面安装包（PyInstaller + Electron）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四大业务模块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覆盖「上架 — 素材 — 数据 — 决策」全链路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4023360" cy="1691640"/>
          </a:xfrm>
          <a:prstGeom prst="rect">
            <a:avLst/>
          </a:prstGeom>
          <a:solidFill>
            <a:srgbClr val="F0F4F8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2200" b="1">
                <a:solidFill>
                  <a:srgbClr val="0F4C81"/>
                </a:solidFill>
              </a:defRPr>
            </a:pPr>
            <a:r>
              <a:t>产品上传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自动发品 · 优化产品 · 绑视频 · 配置管理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645920"/>
            <a:ext cx="4023360" cy="1691640"/>
          </a:xfrm>
          <a:prstGeom prst="rect">
            <a:avLst/>
          </a:prstGeom>
          <a:solidFill>
            <a:srgbClr val="F0F4F8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2200" b="1">
                <a:solidFill>
                  <a:srgbClr val="0F4C81"/>
                </a:solidFill>
              </a:defRPr>
            </a:pPr>
            <a:r>
              <a:t>图片管理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图片规范化 · AI 生图 · 店铺图片采集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4023360" cy="1691640"/>
          </a:xfrm>
          <a:prstGeom prst="rect">
            <a:avLst/>
          </a:prstGeom>
          <a:solidFill>
            <a:srgbClr val="F0F4F8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2200" b="1">
                <a:solidFill>
                  <a:srgbClr val="0F4C81"/>
                </a:solidFill>
              </a:defRPr>
            </a:pPr>
            <a:r>
              <a:t>数据下载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参谋 · 运营 · 关键词 · 行业词 · 店铺 · 流量渠道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3657600"/>
            <a:ext cx="4023360" cy="1691640"/>
          </a:xfrm>
          <a:prstGeom prst="rect">
            <a:avLst/>
          </a:prstGeom>
          <a:solidFill>
            <a:srgbClr val="F0F4F8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2200" b="1">
                <a:solidFill>
                  <a:srgbClr val="0F4C81"/>
                </a:solidFill>
              </a:defRPr>
            </a:pPr>
            <a:r>
              <a:t>数据分析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综合分析 · 周诊断 · P4P · 新发监控 · 单品/流量分析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自动发品 · 七步流程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表格准备好，其余交给自动化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1. 登录验证 — Cookie 或浏览器登录国际站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2. 读取数据源 — 从 Excel 读取产品与配置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3. 属性融合 — 合并属性、自定义映射规则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4. 图片上传 — 首图、详情图、SKU 图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5. 价格设置 — 阶梯价格、FOB 价格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6. 填写属性 — 自动填写规格与类目属性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7. 发布产品 — 提交并校验成功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492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6A00"/>
                </a:solidFill>
              </a:defRPr>
            </a:pPr>
            <a:r>
              <a:t>扩展能力：批量/定时/每日定时发品 · 橱窗/P4P 开关 · 发品成功自动写入「新发链接监控」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图片管理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素材效率与规范一并提升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图片规范化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按分组管理素材，场景识别与命名规范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批量标准化处理，减少发品前手工整理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AI 生图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可配置提示词、输入输出目录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积分预估与任务启停，批量生成主图/场景图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店铺图片采集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从店铺侧采集图片资源，便于复用与二次编辑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数据自动下载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浏览器自动化翻页采集，支持任务监控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产品参谋数据 — 曝光、点击、询盘等核心指标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产品运营数据 — 运营维度明细表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关键词数据 — 词包表现与异动监测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行业关键词 — 行业词库维护，支持标题生成任务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店铺运营数据 — 店铺级运营概览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流量渠道数据 — 自然/场景/推广等渠道拆分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任务能力：启动 / 停止 / 状态查询 · 增量更新 · 与综合分析任务联动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数据分析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从原始 Excel 到可执行决策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综合分析 — 多指标统计（曝光/点击/访问/收藏/询盘/TM 等）</a:t>
            </a:r>
          </a:p>
          <a:p>
            <a:pPr lvl="1"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权重评分、推荐关注、新发链接监控表自动生成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周数据分析 / 产品诊断 — 健康度分层、连续评分、阈值可配置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P4P 分析 — 有询盘产品 vs 低点击无询盘产品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新发链接监控 — 按周曝光筛选高潜力新品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产品优化建议 — 标题等优化方向分析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单品分析 · 单品渠道 · 流量分析 — SKU 与渠道下沉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新发链接自动追踪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发品成功即入库，分析自动过滤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发品成功后，系统从成功 URL 解析 primaryId（产品 ID）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自动写入「新发链接监控」源表（发品日期 + 新发链接，去重、置顶）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综合分析任务读取新发名单 + 统计指标，生成「新发链接数据监控.xlsx」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前端按周曝光规则筛选（如近 4 周中至少 3 周曝光 &gt; 30）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控制台「推荐关注产品」区域同步展示高潜力新品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价值：无需手工记 ID，新品表现可量化、可对比、可优先跟进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控制台 · 运营驾驶舱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一屏掌握店铺关键信号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看板模块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店铺诊断入口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P4P 分析摘要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产品综合排名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产品异动（涨跌最明显）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• 推荐关注 + 新发监控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运营闭环（可一键串联）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① 自动发品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② 优化产品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③ 新品绑定视频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④ 数据下载（多类型）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⑤ 综合分析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→ 形成「上架—跟踪—优化」闭环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可视化配置与实时监控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降低使用门槛，提升团队协作效率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配置管理（前端界面）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文件路径、属性映射、阶梯价格公式、分组 URL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从平台拉取属性/规格，Cookie 与浏览器登录管理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实时任务监控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WebSocket 推送任务日志，发品/下载/分析进度实时可见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支持暂停、停止、定时任务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会员中心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注册登录、试用与会员策略，适合授权/分发商业模式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技术栈与扩展性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架构为二次开发与长期维护而设计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技术栈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后端：FastAPI, Uvicorn, Pydantic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前端：React 19, Vite, TailwindCSS 4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UI：Radix UI, Lucide 图标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自动化：Playwright / Selenium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实时：WebSocket 日志与任务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扩展指南（示例）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改属性映射 → attribute_filler.py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改阶梯价格 → price_setter.py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改页面元素 → page_helpers.py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新增配置项 → settings.py + ProductConfig 页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</a:defRPr>
            </a:pPr>
            <a:r>
              <a:t>新增 API → api 路由 + 前端 api.ts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部署与交付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开发环境 + 客户桌面包双模式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开发/内网部署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后端：Python 3.9+，pip install，python run.py（默认 :8000）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前端：Node 18+，pnpm install，pnpm run dev（默认 :3000）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客户分发（桌面安装包）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PyInstaller 打包后端 exe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Electron 桌面壳 + 前端静态资源</a:t>
            </a:r>
          </a:p>
          <a:p>
            <a:pPr lvl="1"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  • 本机运行，数据本地存储，适合私有化交付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核心优势总结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为什么选择本系统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73352"/>
            <a:ext cx="164592" cy="1645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589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2E"/>
                </a:solidFill>
              </a:defRPr>
            </a:pPr>
            <a:r>
              <a:t>效率：7 步自动发品，批量+定时，显著减少重复操作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423160"/>
            <a:ext cx="164592" cy="1645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0008"/>
            <a:ext cx="7589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2E"/>
                </a:solidFill>
              </a:defRPr>
            </a:pPr>
            <a:r>
              <a:t>闭环：发品 → 监控 → 下载 → 分析 → 看板，数据驱动运营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172968"/>
            <a:ext cx="164592" cy="1645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99815"/>
            <a:ext cx="7589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2E"/>
                </a:solidFill>
              </a:defRPr>
            </a:pPr>
            <a:r>
              <a:t>可控：可视化配置 + 实时日志，规则透明、问题可追溯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922776"/>
            <a:ext cx="164592" cy="1645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9624"/>
            <a:ext cx="7589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2E"/>
                </a:solidFill>
              </a:defRPr>
            </a:pPr>
            <a:r>
              <a:t>专业：面向国际站场景，覆盖 P4P、新发、异动、排名等维度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672584"/>
            <a:ext cx="164592" cy="16459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99432"/>
            <a:ext cx="7589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2E"/>
                </a:solidFill>
              </a:defRPr>
            </a:pPr>
            <a:r>
              <a:t>可交付：模块化代码 + 桌面安装包，便于定制与商业分发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适用对象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A7A"/>
                </a:solidFill>
              </a:defRPr>
            </a:pPr>
            <a:r>
              <a:t>Who is it for?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阿里巴巴国际站 B2B 卖家 — 多 SKU、铺货型、需稳定上新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运营团队 — 需要标准化发品流程与统一数据口径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代运营公司 — 多店铺可复制配置，桌面包便于客户交付</a:t>
            </a:r>
          </a:p>
          <a:p>
            <a:pPr>
              <a:spcAft>
                <a:spcPts val="1000"/>
              </a:spcAft>
              <a:defRPr sz="2000">
                <a:solidFill>
                  <a:srgbClr val="1A1A2E"/>
                </a:solidFill>
              </a:defRPr>
            </a:pPr>
            <a:r>
              <a:t>技术型卖家 — 希望在本机私有化部署、可二次开发扩展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EC"/>
                </a:solidFill>
              </a:defRPr>
            </a:pPr>
            <a:r>
              <a:t>阿里巴巴国际站 · 自动发品与运营管理系统</a:t>
            </a:r>
          </a:p>
          <a:p>
            <a:pPr algn="ctr">
              <a:defRPr sz="1800">
                <a:solidFill>
                  <a:srgbClr val="C8DCEC"/>
                </a:solidFill>
              </a:defRPr>
            </a:pPr>
          </a:p>
          <a:p>
            <a:pPr algn="ctr">
              <a:defRPr sz="1800">
                <a:solidFill>
                  <a:srgbClr val="C8DCEC"/>
                </a:solidFill>
              </a:defRPr>
            </a:pPr>
            <a:r>
              <a:t>欢迎演示交流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