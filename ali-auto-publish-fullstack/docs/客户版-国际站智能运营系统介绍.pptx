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.xml" ContentType="application/vnd.openxmlformats-officedocument.presentationml.tags+xml"/>
  <Override PartName="/ppt/tags/tag370.xml" ContentType="application/vnd.openxmlformats-officedocument.presentationml.tags+xml"/>
  <Override PartName="/ppt/tags/tag371.xml" ContentType="application/vnd.openxmlformats-officedocument.presentationml.tags+xml"/>
  <Override PartName="/ppt/tags/tag372.xml" ContentType="application/vnd.openxmlformats-officedocument.presentationml.tags+xml"/>
  <Override PartName="/ppt/tags/tag373.xml" ContentType="application/vnd.openxmlformats-officedocument.presentationml.tags+xml"/>
  <Override PartName="/ppt/tags/tag374.xml" ContentType="application/vnd.openxmlformats-officedocument.presentationml.tags+xml"/>
  <Override PartName="/ppt/tags/tag375.xml" ContentType="application/vnd.openxmlformats-officedocument.presentationml.tags+xml"/>
  <Override PartName="/ppt/tags/tag376.xml" ContentType="application/vnd.openxmlformats-officedocument.presentationml.tags+xml"/>
  <Override PartName="/ppt/tags/tag377.xml" ContentType="application/vnd.openxmlformats-officedocument.presentationml.tags+xml"/>
  <Override PartName="/ppt/tags/tag378.xml" ContentType="application/vnd.openxmlformats-officedocument.presentationml.tags+xml"/>
  <Override PartName="/ppt/tags/tag379.xml" ContentType="application/vnd.openxmlformats-officedocument.presentationml.tags+xml"/>
  <Override PartName="/ppt/tags/tag38.xml" ContentType="application/vnd.openxmlformats-officedocument.presentationml.tags+xml"/>
  <Override PartName="/ppt/tags/tag380.xml" ContentType="application/vnd.openxmlformats-officedocument.presentationml.tags+xml"/>
  <Override PartName="/ppt/tags/tag381.xml" ContentType="application/vnd.openxmlformats-officedocument.presentationml.tags+xml"/>
  <Override PartName="/ppt/tags/tag382.xml" ContentType="application/vnd.openxmlformats-officedocument.presentationml.tags+xml"/>
  <Override PartName="/ppt/tags/tag383.xml" ContentType="application/vnd.openxmlformats-officedocument.presentationml.tags+xml"/>
  <Override PartName="/ppt/tags/tag384.xml" ContentType="application/vnd.openxmlformats-officedocument.presentationml.tags+xml"/>
  <Override PartName="/ppt/tags/tag385.xml" ContentType="application/vnd.openxmlformats-officedocument.presentationml.tags+xml"/>
  <Override PartName="/ppt/tags/tag386.xml" ContentType="application/vnd.openxmlformats-officedocument.presentationml.tags+xml"/>
  <Override PartName="/ppt/tags/tag387.xml" ContentType="application/vnd.openxmlformats-officedocument.presentationml.tags+xml"/>
  <Override PartName="/ppt/tags/tag388.xml" ContentType="application/vnd.openxmlformats-officedocument.presentationml.tags+xml"/>
  <Override PartName="/ppt/tags/tag389.xml" ContentType="application/vnd.openxmlformats-officedocument.presentationml.tags+xml"/>
  <Override PartName="/ppt/tags/tag39.xml" ContentType="application/vnd.openxmlformats-officedocument.presentationml.tags+xml"/>
  <Override PartName="/ppt/tags/tag390.xml" ContentType="application/vnd.openxmlformats-officedocument.presentationml.tags+xml"/>
  <Override PartName="/ppt/tags/tag391.xml" ContentType="application/vnd.openxmlformats-officedocument.presentationml.tags+xml"/>
  <Override PartName="/ppt/tags/tag392.xml" ContentType="application/vnd.openxmlformats-officedocument.presentationml.tags+xml"/>
  <Override PartName="/ppt/tags/tag393.xml" ContentType="application/vnd.openxmlformats-officedocument.presentationml.tags+xml"/>
  <Override PartName="/ppt/tags/tag394.xml" ContentType="application/vnd.openxmlformats-officedocument.presentationml.tags+xml"/>
  <Override PartName="/ppt/tags/tag395.xml" ContentType="application/vnd.openxmlformats-officedocument.presentationml.tags+xml"/>
  <Override PartName="/ppt/tags/tag396.xml" ContentType="application/vnd.openxmlformats-officedocument.presentationml.tags+xml"/>
  <Override PartName="/ppt/tags/tag397.xml" ContentType="application/vnd.openxmlformats-officedocument.presentationml.tags+xml"/>
  <Override PartName="/ppt/tags/tag398.xml" ContentType="application/vnd.openxmlformats-officedocument.presentationml.tags+xml"/>
  <Override PartName="/ppt/tags/tag39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00.xml" ContentType="application/vnd.openxmlformats-officedocument.presentationml.tags+xml"/>
  <Override PartName="/ppt/tags/tag401.xml" ContentType="application/vnd.openxmlformats-officedocument.presentationml.tags+xml"/>
  <Override PartName="/ppt/tags/tag402.xml" ContentType="application/vnd.openxmlformats-officedocument.presentationml.tags+xml"/>
  <Override PartName="/ppt/tags/tag403.xml" ContentType="application/vnd.openxmlformats-officedocument.presentationml.tags+xml"/>
  <Override PartName="/ppt/tags/tag404.xml" ContentType="application/vnd.openxmlformats-officedocument.presentationml.tags+xml"/>
  <Override PartName="/ppt/tags/tag405.xml" ContentType="application/vnd.openxmlformats-officedocument.presentationml.tags+xml"/>
  <Override PartName="/ppt/tags/tag406.xml" ContentType="application/vnd.openxmlformats-officedocument.presentationml.tags+xml"/>
  <Override PartName="/ppt/tags/tag407.xml" ContentType="application/vnd.openxmlformats-officedocument.presentationml.tags+xml"/>
  <Override PartName="/ppt/tags/tag408.xml" ContentType="application/vnd.openxmlformats-officedocument.presentationml.tags+xml"/>
  <Override PartName="/ppt/tags/tag409.xml" ContentType="application/vnd.openxmlformats-officedocument.presentationml.tags+xml"/>
  <Override PartName="/ppt/tags/tag41.xml" ContentType="application/vnd.openxmlformats-officedocument.presentationml.tags+xml"/>
  <Override PartName="/ppt/tags/tag410.xml" ContentType="application/vnd.openxmlformats-officedocument.presentationml.tags+xml"/>
  <Override PartName="/ppt/tags/tag411.xml" ContentType="application/vnd.openxmlformats-officedocument.presentationml.tags+xml"/>
  <Override PartName="/ppt/tags/tag412.xml" ContentType="application/vnd.openxmlformats-officedocument.presentationml.tags+xml"/>
  <Override PartName="/ppt/tags/tag413.xml" ContentType="application/vnd.openxmlformats-officedocument.presentationml.tags+xml"/>
  <Override PartName="/ppt/tags/tag414.xml" ContentType="application/vnd.openxmlformats-officedocument.presentationml.tags+xml"/>
  <Override PartName="/ppt/tags/tag415.xml" ContentType="application/vnd.openxmlformats-officedocument.presentationml.tags+xml"/>
  <Override PartName="/ppt/tags/tag416.xml" ContentType="application/vnd.openxmlformats-officedocument.presentationml.tags+xml"/>
  <Override PartName="/ppt/tags/tag417.xml" ContentType="application/vnd.openxmlformats-officedocument.presentationml.tags+xml"/>
  <Override PartName="/ppt/tags/tag418.xml" ContentType="application/vnd.openxmlformats-officedocument.presentationml.tags+xml"/>
  <Override PartName="/ppt/tags/tag419.xml" ContentType="application/vnd.openxmlformats-officedocument.presentationml.tags+xml"/>
  <Override PartName="/ppt/tags/tag42.xml" ContentType="application/vnd.openxmlformats-officedocument.presentationml.tags+xml"/>
  <Override PartName="/ppt/tags/tag420.xml" ContentType="application/vnd.openxmlformats-officedocument.presentationml.tags+xml"/>
  <Override PartName="/ppt/tags/tag421.xml" ContentType="application/vnd.openxmlformats-officedocument.presentationml.tags+xml"/>
  <Override PartName="/ppt/tags/tag422.xml" ContentType="application/vnd.openxmlformats-officedocument.presentationml.tags+xml"/>
  <Override PartName="/ppt/tags/tag423.xml" ContentType="application/vnd.openxmlformats-officedocument.presentationml.tags+xml"/>
  <Override PartName="/ppt/tags/tag424.xml" ContentType="application/vnd.openxmlformats-officedocument.presentationml.tags+xml"/>
  <Override PartName="/ppt/tags/tag425.xml" ContentType="application/vnd.openxmlformats-officedocument.presentationml.tags+xml"/>
  <Override PartName="/ppt/tags/tag426.xml" ContentType="application/vnd.openxmlformats-officedocument.presentationml.tags+xml"/>
  <Override PartName="/ppt/tags/tag427.xml" ContentType="application/vnd.openxmlformats-officedocument.presentationml.tags+xml"/>
  <Override PartName="/ppt/tags/tag428.xml" ContentType="application/vnd.openxmlformats-officedocument.presentationml.tags+xml"/>
  <Override PartName="/ppt/tags/tag429.xml" ContentType="application/vnd.openxmlformats-officedocument.presentationml.tags+xml"/>
  <Override PartName="/ppt/tags/tag43.xml" ContentType="application/vnd.openxmlformats-officedocument.presentationml.tags+xml"/>
  <Override PartName="/ppt/tags/tag430.xml" ContentType="application/vnd.openxmlformats-officedocument.presentationml.tags+xml"/>
  <Override PartName="/ppt/tags/tag431.xml" ContentType="application/vnd.openxmlformats-officedocument.presentationml.tags+xml"/>
  <Override PartName="/ppt/tags/tag432.xml" ContentType="application/vnd.openxmlformats-officedocument.presentationml.tags+xml"/>
  <Override PartName="/ppt/tags/tag433.xml" ContentType="application/vnd.openxmlformats-officedocument.presentationml.tags+xml"/>
  <Override PartName="/ppt/tags/tag434.xml" ContentType="application/vnd.openxmlformats-officedocument.presentationml.tags+xml"/>
  <Override PartName="/ppt/tags/tag435.xml" ContentType="application/vnd.openxmlformats-officedocument.presentationml.tags+xml"/>
  <Override PartName="/ppt/tags/tag436.xml" ContentType="application/vnd.openxmlformats-officedocument.presentationml.tags+xml"/>
  <Override PartName="/ppt/tags/tag437.xml" ContentType="application/vnd.openxmlformats-officedocument.presentationml.tags+xml"/>
  <Override PartName="/ppt/tags/tag438.xml" ContentType="application/vnd.openxmlformats-officedocument.presentationml.tags+xml"/>
  <Override PartName="/ppt/tags/tag439.xml" ContentType="application/vnd.openxmlformats-officedocument.presentationml.tags+xml"/>
  <Override PartName="/ppt/tags/tag44.xml" ContentType="application/vnd.openxmlformats-officedocument.presentationml.tags+xml"/>
  <Override PartName="/ppt/tags/tag440.xml" ContentType="application/vnd.openxmlformats-officedocument.presentationml.tags+xml"/>
  <Override PartName="/ppt/tags/tag441.xml" ContentType="application/vnd.openxmlformats-officedocument.presentationml.tags+xml"/>
  <Override PartName="/ppt/tags/tag442.xml" ContentType="application/vnd.openxmlformats-officedocument.presentationml.tags+xml"/>
  <Override PartName="/ppt/tags/tag443.xml" ContentType="application/vnd.openxmlformats-officedocument.presentationml.tags+xml"/>
  <Override PartName="/ppt/tags/tag444.xml" ContentType="application/vnd.openxmlformats-officedocument.presentationml.tags+xml"/>
  <Override PartName="/ppt/tags/tag445.xml" ContentType="application/vnd.openxmlformats-officedocument.presentationml.tags+xml"/>
  <Override PartName="/ppt/tags/tag446.xml" ContentType="application/vnd.openxmlformats-officedocument.presentationml.tags+xml"/>
  <Override PartName="/ppt/tags/tag447.xml" ContentType="application/vnd.openxmlformats-officedocument.presentationml.tags+xml"/>
  <Override PartName="/ppt/tags/tag448.xml" ContentType="application/vnd.openxmlformats-officedocument.presentationml.tags+xml"/>
  <Override PartName="/ppt/tags/tag449.xml" ContentType="application/vnd.openxmlformats-officedocument.presentationml.tags+xml"/>
  <Override PartName="/ppt/tags/tag45.xml" ContentType="application/vnd.openxmlformats-officedocument.presentationml.tags+xml"/>
  <Override PartName="/ppt/tags/tag450.xml" ContentType="application/vnd.openxmlformats-officedocument.presentationml.tags+xml"/>
  <Override PartName="/ppt/tags/tag451.xml" ContentType="application/vnd.openxmlformats-officedocument.presentationml.tags+xml"/>
  <Override PartName="/ppt/tags/tag452.xml" ContentType="application/vnd.openxmlformats-officedocument.presentationml.tags+xml"/>
  <Override PartName="/ppt/tags/tag453.xml" ContentType="application/vnd.openxmlformats-officedocument.presentationml.tags+xml"/>
  <Override PartName="/ppt/tags/tag454.xml" ContentType="application/vnd.openxmlformats-officedocument.presentationml.tags+xml"/>
  <Override PartName="/ppt/tags/tag455.xml" ContentType="application/vnd.openxmlformats-officedocument.presentationml.tags+xml"/>
  <Override PartName="/ppt/tags/tag456.xml" ContentType="application/vnd.openxmlformats-officedocument.presentationml.tags+xml"/>
  <Override PartName="/ppt/tags/tag457.xml" ContentType="application/vnd.openxmlformats-officedocument.presentationml.tags+xml"/>
  <Override PartName="/ppt/tags/tag458.xml" ContentType="application/vnd.openxmlformats-officedocument.presentationml.tags+xml"/>
  <Override PartName="/ppt/tags/tag459.xml" ContentType="application/vnd.openxmlformats-officedocument.presentationml.tags+xml"/>
  <Override PartName="/ppt/tags/tag46.xml" ContentType="application/vnd.openxmlformats-officedocument.presentationml.tags+xml"/>
  <Override PartName="/ppt/tags/tag460.xml" ContentType="application/vnd.openxmlformats-officedocument.presentationml.tags+xml"/>
  <Override PartName="/ppt/tags/tag461.xml" ContentType="application/vnd.openxmlformats-officedocument.presentationml.tags+xml"/>
  <Override PartName="/ppt/tags/tag462.xml" ContentType="application/vnd.openxmlformats-officedocument.presentationml.tags+xml"/>
  <Override PartName="/ppt/tags/tag463.xml" ContentType="application/vnd.openxmlformats-officedocument.presentationml.tags+xml"/>
  <Override PartName="/ppt/tags/tag464.xml" ContentType="application/vnd.openxmlformats-officedocument.presentationml.tags+xml"/>
  <Override PartName="/ppt/tags/tag465.xml" ContentType="application/vnd.openxmlformats-officedocument.presentationml.tags+xml"/>
  <Override PartName="/ppt/tags/tag466.xml" ContentType="application/vnd.openxmlformats-officedocument.presentationml.tags+xml"/>
  <Override PartName="/ppt/tags/tag467.xml" ContentType="application/vnd.openxmlformats-officedocument.presentationml.tags+xml"/>
  <Override PartName="/ppt/tags/tag468.xml" ContentType="application/vnd.openxmlformats-officedocument.presentationml.tags+xml"/>
  <Override PartName="/ppt/tags/tag469.xml" ContentType="application/vnd.openxmlformats-officedocument.presentationml.tags+xml"/>
  <Override PartName="/ppt/tags/tag47.xml" ContentType="application/vnd.openxmlformats-officedocument.presentationml.tags+xml"/>
  <Override PartName="/ppt/tags/tag470.xml" ContentType="application/vnd.openxmlformats-officedocument.presentationml.tags+xml"/>
  <Override PartName="/ppt/tags/tag471.xml" ContentType="application/vnd.openxmlformats-officedocument.presentationml.tags+xml"/>
  <Override PartName="/ppt/tags/tag472.xml" ContentType="application/vnd.openxmlformats-officedocument.presentationml.tags+xml"/>
  <Override PartName="/ppt/tags/tag473.xml" ContentType="application/vnd.openxmlformats-officedocument.presentationml.tags+xml"/>
  <Override PartName="/ppt/tags/tag474.xml" ContentType="application/vnd.openxmlformats-officedocument.presentationml.tags+xml"/>
  <Override PartName="/ppt/tags/tag475.xml" ContentType="application/vnd.openxmlformats-officedocument.presentationml.tags+xml"/>
  <Override PartName="/ppt/tags/tag476.xml" ContentType="application/vnd.openxmlformats-officedocument.presentationml.tags+xml"/>
  <Override PartName="/ppt/tags/tag477.xml" ContentType="application/vnd.openxmlformats-officedocument.presentationml.tags+xml"/>
  <Override PartName="/ppt/tags/tag478.xml" ContentType="application/vnd.openxmlformats-officedocument.presentationml.tags+xml"/>
  <Override PartName="/ppt/tags/tag479.xml" ContentType="application/vnd.openxmlformats-officedocument.presentationml.tags+xml"/>
  <Override PartName="/ppt/tags/tag48.xml" ContentType="application/vnd.openxmlformats-officedocument.presentationml.tags+xml"/>
  <Override PartName="/ppt/tags/tag480.xml" ContentType="application/vnd.openxmlformats-officedocument.presentationml.tags+xml"/>
  <Override PartName="/ppt/tags/tag481.xml" ContentType="application/vnd.openxmlformats-officedocument.presentationml.tags+xml"/>
  <Override PartName="/ppt/tags/tag482.xml" ContentType="application/vnd.openxmlformats-officedocument.presentationml.tags+xml"/>
  <Override PartName="/ppt/tags/tag483.xml" ContentType="application/vnd.openxmlformats-officedocument.presentationml.tags+xml"/>
  <Override PartName="/ppt/tags/tag484.xml" ContentType="application/vnd.openxmlformats-officedocument.presentationml.tags+xml"/>
  <Override PartName="/ppt/tags/tag485.xml" ContentType="application/vnd.openxmlformats-officedocument.presentationml.tags+xml"/>
  <Override PartName="/ppt/tags/tag486.xml" ContentType="application/vnd.openxmlformats-officedocument.presentationml.tags+xml"/>
  <Override PartName="/ppt/tags/tag487.xml" ContentType="application/vnd.openxmlformats-officedocument.presentationml.tags+xml"/>
  <Override PartName="/ppt/tags/tag488.xml" ContentType="application/vnd.openxmlformats-officedocument.presentationml.tags+xml"/>
  <Override PartName="/ppt/tags/tag489.xml" ContentType="application/vnd.openxmlformats-officedocument.presentationml.tags+xml"/>
  <Override PartName="/ppt/tags/tag49.xml" ContentType="application/vnd.openxmlformats-officedocument.presentationml.tags+xml"/>
  <Override PartName="/ppt/tags/tag490.xml" ContentType="application/vnd.openxmlformats-officedocument.presentationml.tags+xml"/>
  <Override PartName="/ppt/tags/tag491.xml" ContentType="application/vnd.openxmlformats-officedocument.presentationml.tags+xml"/>
  <Override PartName="/ppt/tags/tag492.xml" ContentType="application/vnd.openxmlformats-officedocument.presentationml.tags+xml"/>
  <Override PartName="/ppt/tags/tag493.xml" ContentType="application/vnd.openxmlformats-officedocument.presentationml.tags+xml"/>
  <Override PartName="/ppt/tags/tag494.xml" ContentType="application/vnd.openxmlformats-officedocument.presentationml.tags+xml"/>
  <Override PartName="/ppt/tags/tag495.xml" ContentType="application/vnd.openxmlformats-officedocument.presentationml.tags+xml"/>
  <Override PartName="/ppt/tags/tag496.xml" ContentType="application/vnd.openxmlformats-officedocument.presentationml.tags+xml"/>
  <Override PartName="/ppt/tags/tag497.xml" ContentType="application/vnd.openxmlformats-officedocument.presentationml.tags+xml"/>
  <Override PartName="/ppt/tags/tag498.xml" ContentType="application/vnd.openxmlformats-officedocument.presentationml.tags+xml"/>
  <Override PartName="/ppt/tags/tag49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00.xml" ContentType="application/vnd.openxmlformats-officedocument.presentationml.tags+xml"/>
  <Override PartName="/ppt/tags/tag501.xml" ContentType="application/vnd.openxmlformats-officedocument.presentationml.tags+xml"/>
  <Override PartName="/ppt/tags/tag502.xml" ContentType="application/vnd.openxmlformats-officedocument.presentationml.tags+xml"/>
  <Override PartName="/ppt/tags/tag503.xml" ContentType="application/vnd.openxmlformats-officedocument.presentationml.tags+xml"/>
  <Override PartName="/ppt/tags/tag504.xml" ContentType="application/vnd.openxmlformats-officedocument.presentationml.tags+xml"/>
  <Override PartName="/ppt/tags/tag505.xml" ContentType="application/vnd.openxmlformats-officedocument.presentationml.tags+xml"/>
  <Override PartName="/ppt/tags/tag506.xml" ContentType="application/vnd.openxmlformats-officedocument.presentationml.tags+xml"/>
  <Override PartName="/ppt/tags/tag507.xml" ContentType="application/vnd.openxmlformats-officedocument.presentationml.tags+xml"/>
  <Override PartName="/ppt/tags/tag508.xml" ContentType="application/vnd.openxmlformats-officedocument.presentationml.tags+xml"/>
  <Override PartName="/ppt/tags/tag509.xml" ContentType="application/vnd.openxmlformats-officedocument.presentationml.tags+xml"/>
  <Override PartName="/ppt/tags/tag51.xml" ContentType="application/vnd.openxmlformats-officedocument.presentationml.tags+xml"/>
  <Override PartName="/ppt/tags/tag510.xml" ContentType="application/vnd.openxmlformats-officedocument.presentationml.tags+xml"/>
  <Override PartName="/ppt/tags/tag511.xml" ContentType="application/vnd.openxmlformats-officedocument.presentationml.tags+xml"/>
  <Override PartName="/ppt/tags/tag512.xml" ContentType="application/vnd.openxmlformats-officedocument.presentationml.tags+xml"/>
  <Override PartName="/ppt/tags/tag513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60" r:id="rId3"/>
    <p:sldMasterId id="2147483679" r:id="rId4"/>
  </p:sldMasterIdLst>
  <p:sldIdLst>
    <p:sldId id="273" r:id="rId5"/>
    <p:sldId id="290" r:id="rId6"/>
    <p:sldId id="275" r:id="rId7"/>
    <p:sldId id="276" r:id="rId8"/>
    <p:sldId id="277" r:id="rId9"/>
    <p:sldId id="291" r:id="rId10"/>
    <p:sldId id="292" r:id="rId11"/>
    <p:sldId id="293" r:id="rId12"/>
    <p:sldId id="281" r:id="rId13"/>
    <p:sldId id="294" r:id="rId14"/>
    <p:sldId id="295" r:id="rId15"/>
    <p:sldId id="284" r:id="rId16"/>
    <p:sldId id="296" r:id="rId17"/>
    <p:sldId id="286" r:id="rId18"/>
    <p:sldId id="287" r:id="rId19"/>
    <p:sldId id="289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3.xml"/><Relationship Id="rId3" Type="http://schemas.openxmlformats.org/officeDocument/2006/relationships/slideMaster" Target="slideMasters/slideMaster2.xml"/><Relationship Id="rId23" Type="http://schemas.openxmlformats.org/officeDocument/2006/relationships/tableStyles" Target="tableStyles.xml"/><Relationship Id="rId22" Type="http://schemas.openxmlformats.org/officeDocument/2006/relationships/viewProps" Target="viewProps.xml"/><Relationship Id="rId21" Type="http://schemas.openxmlformats.org/officeDocument/2006/relationships/presProps" Target="presProps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4" Type="http://schemas.openxmlformats.org/officeDocument/2006/relationships/tags" Target="../tags/tag13.xml"/><Relationship Id="rId13" Type="http://schemas.openxmlformats.org/officeDocument/2006/relationships/tags" Target="../tags/tag12.xml"/><Relationship Id="rId12" Type="http://schemas.openxmlformats.org/officeDocument/2006/relationships/tags" Target="../tags/tag11.xml"/><Relationship Id="rId11" Type="http://schemas.openxmlformats.org/officeDocument/2006/relationships/tags" Target="../tags/tag10.xml"/><Relationship Id="rId10" Type="http://schemas.openxmlformats.org/officeDocument/2006/relationships/tags" Target="../tags/tag9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6" Type="http://schemas.openxmlformats.org/officeDocument/2006/relationships/tags" Target="../tags/tag18.xml"/><Relationship Id="rId5" Type="http://schemas.openxmlformats.org/officeDocument/2006/relationships/tags" Target="../tags/tag17.xml"/><Relationship Id="rId4" Type="http://schemas.openxmlformats.org/officeDocument/2006/relationships/tags" Target="../tags/tag16.xml"/><Relationship Id="rId3" Type="http://schemas.openxmlformats.org/officeDocument/2006/relationships/tags" Target="../tags/tag15.xml"/><Relationship Id="rId2" Type="http://schemas.openxmlformats.org/officeDocument/2006/relationships/tags" Target="../tags/tag14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9" Type="http://schemas.openxmlformats.org/officeDocument/2006/relationships/tags" Target="../tags/tag26.xml"/><Relationship Id="rId8" Type="http://schemas.openxmlformats.org/officeDocument/2006/relationships/tags" Target="../tags/tag25.xml"/><Relationship Id="rId7" Type="http://schemas.openxmlformats.org/officeDocument/2006/relationships/tags" Target="../tags/tag24.xml"/><Relationship Id="rId6" Type="http://schemas.openxmlformats.org/officeDocument/2006/relationships/tags" Target="../tags/tag23.xml"/><Relationship Id="rId5" Type="http://schemas.openxmlformats.org/officeDocument/2006/relationships/tags" Target="../tags/tag22.xml"/><Relationship Id="rId4" Type="http://schemas.openxmlformats.org/officeDocument/2006/relationships/tags" Target="../tags/tag21.xml"/><Relationship Id="rId3" Type="http://schemas.openxmlformats.org/officeDocument/2006/relationships/tags" Target="../tags/tag20.xml"/><Relationship Id="rId2" Type="http://schemas.openxmlformats.org/officeDocument/2006/relationships/tags" Target="../tags/tag19.xml"/><Relationship Id="rId15" Type="http://schemas.openxmlformats.org/officeDocument/2006/relationships/tags" Target="../tags/tag32.xml"/><Relationship Id="rId14" Type="http://schemas.openxmlformats.org/officeDocument/2006/relationships/tags" Target="../tags/tag31.xml"/><Relationship Id="rId13" Type="http://schemas.openxmlformats.org/officeDocument/2006/relationships/tags" Target="../tags/tag30.xml"/><Relationship Id="rId12" Type="http://schemas.openxmlformats.org/officeDocument/2006/relationships/tags" Target="../tags/tag29.xml"/><Relationship Id="rId11" Type="http://schemas.openxmlformats.org/officeDocument/2006/relationships/tags" Target="../tags/tag28.xml"/><Relationship Id="rId10" Type="http://schemas.openxmlformats.org/officeDocument/2006/relationships/tags" Target="../tags/tag27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7" Type="http://schemas.openxmlformats.org/officeDocument/2006/relationships/tags" Target="../tags/tag38.xml"/><Relationship Id="rId6" Type="http://schemas.openxmlformats.org/officeDocument/2006/relationships/tags" Target="../tags/tag37.xml"/><Relationship Id="rId5" Type="http://schemas.openxmlformats.org/officeDocument/2006/relationships/tags" Target="../tags/tag36.xml"/><Relationship Id="rId4" Type="http://schemas.openxmlformats.org/officeDocument/2006/relationships/tags" Target="../tags/tag35.xml"/><Relationship Id="rId3" Type="http://schemas.openxmlformats.org/officeDocument/2006/relationships/tags" Target="../tags/tag34.xml"/><Relationship Id="rId2" Type="http://schemas.openxmlformats.org/officeDocument/2006/relationships/tags" Target="../tags/tag33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9" Type="http://schemas.openxmlformats.org/officeDocument/2006/relationships/tags" Target="../tags/tag46.xml"/><Relationship Id="rId8" Type="http://schemas.openxmlformats.org/officeDocument/2006/relationships/tags" Target="../tags/tag45.xml"/><Relationship Id="rId7" Type="http://schemas.openxmlformats.org/officeDocument/2006/relationships/tags" Target="../tags/tag44.xml"/><Relationship Id="rId6" Type="http://schemas.openxmlformats.org/officeDocument/2006/relationships/tags" Target="../tags/tag43.xml"/><Relationship Id="rId5" Type="http://schemas.openxmlformats.org/officeDocument/2006/relationships/tags" Target="../tags/tag42.xml"/><Relationship Id="rId4" Type="http://schemas.openxmlformats.org/officeDocument/2006/relationships/tags" Target="../tags/tag41.xml"/><Relationship Id="rId3" Type="http://schemas.openxmlformats.org/officeDocument/2006/relationships/tags" Target="../tags/tag40.xml"/><Relationship Id="rId2" Type="http://schemas.openxmlformats.org/officeDocument/2006/relationships/tags" Target="../tags/tag39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8" Type="http://schemas.openxmlformats.org/officeDocument/2006/relationships/tags" Target="../tags/tag53.xml"/><Relationship Id="rId7" Type="http://schemas.openxmlformats.org/officeDocument/2006/relationships/tags" Target="../tags/tag52.xml"/><Relationship Id="rId6" Type="http://schemas.openxmlformats.org/officeDocument/2006/relationships/tags" Target="../tags/tag51.xml"/><Relationship Id="rId5" Type="http://schemas.openxmlformats.org/officeDocument/2006/relationships/tags" Target="../tags/tag50.xml"/><Relationship Id="rId4" Type="http://schemas.openxmlformats.org/officeDocument/2006/relationships/tags" Target="../tags/tag49.xml"/><Relationship Id="rId3" Type="http://schemas.openxmlformats.org/officeDocument/2006/relationships/tags" Target="../tags/tag48.xml"/><Relationship Id="rId2" Type="http://schemas.openxmlformats.org/officeDocument/2006/relationships/tags" Target="../tags/tag47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4" Type="http://schemas.openxmlformats.org/officeDocument/2006/relationships/tags" Target="../tags/tag56.xml"/><Relationship Id="rId3" Type="http://schemas.openxmlformats.org/officeDocument/2006/relationships/tags" Target="../tags/tag55.xml"/><Relationship Id="rId2" Type="http://schemas.openxmlformats.org/officeDocument/2006/relationships/tags" Target="../tags/tag54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7" Type="http://schemas.openxmlformats.org/officeDocument/2006/relationships/tags" Target="../tags/tag62.xml"/><Relationship Id="rId6" Type="http://schemas.openxmlformats.org/officeDocument/2006/relationships/tags" Target="../tags/tag61.xml"/><Relationship Id="rId5" Type="http://schemas.openxmlformats.org/officeDocument/2006/relationships/tags" Target="../tags/tag60.xml"/><Relationship Id="rId4" Type="http://schemas.openxmlformats.org/officeDocument/2006/relationships/tags" Target="../tags/tag59.xml"/><Relationship Id="rId3" Type="http://schemas.openxmlformats.org/officeDocument/2006/relationships/tags" Target="../tags/tag58.xml"/><Relationship Id="rId2" Type="http://schemas.openxmlformats.org/officeDocument/2006/relationships/tags" Target="../tags/tag57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6" Type="http://schemas.openxmlformats.org/officeDocument/2006/relationships/tags" Target="../tags/tag67.xml"/><Relationship Id="rId5" Type="http://schemas.openxmlformats.org/officeDocument/2006/relationships/tags" Target="../tags/tag66.xml"/><Relationship Id="rId4" Type="http://schemas.openxmlformats.org/officeDocument/2006/relationships/tags" Target="../tags/tag65.xml"/><Relationship Id="rId3" Type="http://schemas.openxmlformats.org/officeDocument/2006/relationships/tags" Target="../tags/tag64.xml"/><Relationship Id="rId2" Type="http://schemas.openxmlformats.org/officeDocument/2006/relationships/tags" Target="../tags/tag63.xml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5" Type="http://schemas.openxmlformats.org/officeDocument/2006/relationships/tags" Target="../tags/tag71.xml"/><Relationship Id="rId4" Type="http://schemas.openxmlformats.org/officeDocument/2006/relationships/tags" Target="../tags/tag70.xml"/><Relationship Id="rId3" Type="http://schemas.openxmlformats.org/officeDocument/2006/relationships/tags" Target="../tags/tag69.xml"/><Relationship Id="rId2" Type="http://schemas.openxmlformats.org/officeDocument/2006/relationships/tags" Target="../tags/tag68.xml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9" Type="http://schemas.openxmlformats.org/officeDocument/2006/relationships/tags" Target="../tags/tag79.xml"/><Relationship Id="rId8" Type="http://schemas.openxmlformats.org/officeDocument/2006/relationships/tags" Target="../tags/tag78.xml"/><Relationship Id="rId7" Type="http://schemas.openxmlformats.org/officeDocument/2006/relationships/tags" Target="../tags/tag77.xml"/><Relationship Id="rId6" Type="http://schemas.openxmlformats.org/officeDocument/2006/relationships/tags" Target="../tags/tag76.xml"/><Relationship Id="rId5" Type="http://schemas.openxmlformats.org/officeDocument/2006/relationships/tags" Target="../tags/tag75.xml"/><Relationship Id="rId4" Type="http://schemas.openxmlformats.org/officeDocument/2006/relationships/tags" Target="../tags/tag74.xml"/><Relationship Id="rId3" Type="http://schemas.openxmlformats.org/officeDocument/2006/relationships/tags" Target="../tags/tag73.xml"/><Relationship Id="rId2" Type="http://schemas.openxmlformats.org/officeDocument/2006/relationships/tags" Target="../tags/tag72.xml"/><Relationship Id="rId11" Type="http://schemas.openxmlformats.org/officeDocument/2006/relationships/tags" Target="../tags/tag81.xml"/><Relationship Id="rId10" Type="http://schemas.openxmlformats.org/officeDocument/2006/relationships/tags" Target="../tags/tag80.xml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8" Type="http://schemas.openxmlformats.org/officeDocument/2006/relationships/tags" Target="../tags/tag88.xml"/><Relationship Id="rId7" Type="http://schemas.openxmlformats.org/officeDocument/2006/relationships/tags" Target="../tags/tag87.xml"/><Relationship Id="rId6" Type="http://schemas.openxmlformats.org/officeDocument/2006/relationships/tags" Target="../tags/tag86.xml"/><Relationship Id="rId5" Type="http://schemas.openxmlformats.org/officeDocument/2006/relationships/tags" Target="../tags/tag85.xml"/><Relationship Id="rId4" Type="http://schemas.openxmlformats.org/officeDocument/2006/relationships/tags" Target="../tags/tag84.xml"/><Relationship Id="rId3" Type="http://schemas.openxmlformats.org/officeDocument/2006/relationships/tags" Target="../tags/tag83.xml"/><Relationship Id="rId2" Type="http://schemas.openxmlformats.org/officeDocument/2006/relationships/tags" Target="../tags/tag82.xml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9" Type="http://schemas.openxmlformats.org/officeDocument/2006/relationships/tags" Target="../tags/tag96.xml"/><Relationship Id="rId8" Type="http://schemas.openxmlformats.org/officeDocument/2006/relationships/tags" Target="../tags/tag95.xml"/><Relationship Id="rId7" Type="http://schemas.openxmlformats.org/officeDocument/2006/relationships/tags" Target="../tags/tag94.xml"/><Relationship Id="rId6" Type="http://schemas.openxmlformats.org/officeDocument/2006/relationships/tags" Target="../tags/tag93.xml"/><Relationship Id="rId5" Type="http://schemas.openxmlformats.org/officeDocument/2006/relationships/tags" Target="../tags/tag92.xml"/><Relationship Id="rId4" Type="http://schemas.openxmlformats.org/officeDocument/2006/relationships/tags" Target="../tags/tag91.xml"/><Relationship Id="rId3" Type="http://schemas.openxmlformats.org/officeDocument/2006/relationships/tags" Target="../tags/tag90.xml"/><Relationship Id="rId2" Type="http://schemas.openxmlformats.org/officeDocument/2006/relationships/tags" Target="../tags/tag89.xml"/><Relationship Id="rId13" Type="http://schemas.openxmlformats.org/officeDocument/2006/relationships/tags" Target="../tags/tag100.xml"/><Relationship Id="rId12" Type="http://schemas.openxmlformats.org/officeDocument/2006/relationships/tags" Target="../tags/tag99.xml"/><Relationship Id="rId11" Type="http://schemas.openxmlformats.org/officeDocument/2006/relationships/tags" Target="../tags/tag98.xml"/><Relationship Id="rId10" Type="http://schemas.openxmlformats.org/officeDocument/2006/relationships/tags" Target="../tags/tag97.xml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9" Type="http://schemas.openxmlformats.org/officeDocument/2006/relationships/tags" Target="../tags/tag108.xml"/><Relationship Id="rId8" Type="http://schemas.openxmlformats.org/officeDocument/2006/relationships/tags" Target="../tags/tag107.xml"/><Relationship Id="rId7" Type="http://schemas.openxmlformats.org/officeDocument/2006/relationships/tags" Target="../tags/tag106.xml"/><Relationship Id="rId6" Type="http://schemas.openxmlformats.org/officeDocument/2006/relationships/tags" Target="../tags/tag105.xml"/><Relationship Id="rId5" Type="http://schemas.openxmlformats.org/officeDocument/2006/relationships/tags" Target="../tags/tag104.xml"/><Relationship Id="rId4" Type="http://schemas.openxmlformats.org/officeDocument/2006/relationships/tags" Target="../tags/tag103.xml"/><Relationship Id="rId3" Type="http://schemas.openxmlformats.org/officeDocument/2006/relationships/tags" Target="../tags/tag102.xml"/><Relationship Id="rId2" Type="http://schemas.openxmlformats.org/officeDocument/2006/relationships/tags" Target="../tags/tag101.xml"/><Relationship Id="rId11" Type="http://schemas.openxmlformats.org/officeDocument/2006/relationships/tags" Target="../tags/tag110.xml"/><Relationship Id="rId10" Type="http://schemas.openxmlformats.org/officeDocument/2006/relationships/tags" Target="../tags/tag109.xml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9" Type="http://schemas.openxmlformats.org/officeDocument/2006/relationships/tags" Target="../tags/tag118.xml"/><Relationship Id="rId8" Type="http://schemas.openxmlformats.org/officeDocument/2006/relationships/tags" Target="../tags/tag117.xml"/><Relationship Id="rId7" Type="http://schemas.openxmlformats.org/officeDocument/2006/relationships/tags" Target="../tags/tag116.xml"/><Relationship Id="rId6" Type="http://schemas.openxmlformats.org/officeDocument/2006/relationships/tags" Target="../tags/tag115.xml"/><Relationship Id="rId5" Type="http://schemas.openxmlformats.org/officeDocument/2006/relationships/tags" Target="../tags/tag114.xml"/><Relationship Id="rId4" Type="http://schemas.openxmlformats.org/officeDocument/2006/relationships/tags" Target="../tags/tag113.xml"/><Relationship Id="rId3" Type="http://schemas.openxmlformats.org/officeDocument/2006/relationships/tags" Target="../tags/tag112.xml"/><Relationship Id="rId2" Type="http://schemas.openxmlformats.org/officeDocument/2006/relationships/tags" Target="../tags/tag111.xml"/><Relationship Id="rId11" Type="http://schemas.openxmlformats.org/officeDocument/2006/relationships/tags" Target="../tags/tag120.xml"/><Relationship Id="rId10" Type="http://schemas.openxmlformats.org/officeDocument/2006/relationships/tags" Target="../tags/tag119.xml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9" Type="http://schemas.openxmlformats.org/officeDocument/2006/relationships/tags" Target="../tags/tag128.xml"/><Relationship Id="rId8" Type="http://schemas.openxmlformats.org/officeDocument/2006/relationships/tags" Target="../tags/tag127.xml"/><Relationship Id="rId7" Type="http://schemas.openxmlformats.org/officeDocument/2006/relationships/tags" Target="../tags/tag126.xml"/><Relationship Id="rId6" Type="http://schemas.openxmlformats.org/officeDocument/2006/relationships/tags" Target="../tags/tag125.xml"/><Relationship Id="rId5" Type="http://schemas.openxmlformats.org/officeDocument/2006/relationships/tags" Target="../tags/tag124.xml"/><Relationship Id="rId4" Type="http://schemas.openxmlformats.org/officeDocument/2006/relationships/tags" Target="../tags/tag123.xml"/><Relationship Id="rId3" Type="http://schemas.openxmlformats.org/officeDocument/2006/relationships/tags" Target="../tags/tag122.xml"/><Relationship Id="rId2" Type="http://schemas.openxmlformats.org/officeDocument/2006/relationships/tags" Target="../tags/tag121.xml"/><Relationship Id="rId11" Type="http://schemas.openxmlformats.org/officeDocument/2006/relationships/tags" Target="../tags/tag130.xml"/><Relationship Id="rId10" Type="http://schemas.openxmlformats.org/officeDocument/2006/relationships/tags" Target="../tags/tag129.xml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9" Type="http://schemas.openxmlformats.org/officeDocument/2006/relationships/tags" Target="../tags/tag138.xml"/><Relationship Id="rId8" Type="http://schemas.openxmlformats.org/officeDocument/2006/relationships/tags" Target="../tags/tag137.xml"/><Relationship Id="rId7" Type="http://schemas.openxmlformats.org/officeDocument/2006/relationships/tags" Target="../tags/tag136.xml"/><Relationship Id="rId6" Type="http://schemas.openxmlformats.org/officeDocument/2006/relationships/tags" Target="../tags/tag135.xml"/><Relationship Id="rId5" Type="http://schemas.openxmlformats.org/officeDocument/2006/relationships/tags" Target="../tags/tag134.xml"/><Relationship Id="rId4" Type="http://schemas.openxmlformats.org/officeDocument/2006/relationships/tags" Target="../tags/tag133.xml"/><Relationship Id="rId3" Type="http://schemas.openxmlformats.org/officeDocument/2006/relationships/tags" Target="../tags/tag132.xml"/><Relationship Id="rId2" Type="http://schemas.openxmlformats.org/officeDocument/2006/relationships/tags" Target="../tags/tag131.xml"/><Relationship Id="rId13" Type="http://schemas.openxmlformats.org/officeDocument/2006/relationships/tags" Target="../tags/tag142.xml"/><Relationship Id="rId12" Type="http://schemas.openxmlformats.org/officeDocument/2006/relationships/tags" Target="../tags/tag141.xml"/><Relationship Id="rId11" Type="http://schemas.openxmlformats.org/officeDocument/2006/relationships/tags" Target="../tags/tag140.xml"/><Relationship Id="rId10" Type="http://schemas.openxmlformats.org/officeDocument/2006/relationships/tags" Target="../tags/tag139.xml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9" Type="http://schemas.openxmlformats.org/officeDocument/2006/relationships/tags" Target="../tags/tag150.xml"/><Relationship Id="rId8" Type="http://schemas.openxmlformats.org/officeDocument/2006/relationships/tags" Target="../tags/tag149.xml"/><Relationship Id="rId7" Type="http://schemas.openxmlformats.org/officeDocument/2006/relationships/tags" Target="../tags/tag148.xml"/><Relationship Id="rId6" Type="http://schemas.openxmlformats.org/officeDocument/2006/relationships/tags" Target="../tags/tag147.xml"/><Relationship Id="rId5" Type="http://schemas.openxmlformats.org/officeDocument/2006/relationships/tags" Target="../tags/tag146.xml"/><Relationship Id="rId4" Type="http://schemas.openxmlformats.org/officeDocument/2006/relationships/tags" Target="../tags/tag145.xml"/><Relationship Id="rId3" Type="http://schemas.openxmlformats.org/officeDocument/2006/relationships/tags" Target="../tags/tag144.xml"/><Relationship Id="rId2" Type="http://schemas.openxmlformats.org/officeDocument/2006/relationships/tags" Target="../tags/tag143.xml"/><Relationship Id="rId13" Type="http://schemas.openxmlformats.org/officeDocument/2006/relationships/tags" Target="../tags/tag154.xml"/><Relationship Id="rId12" Type="http://schemas.openxmlformats.org/officeDocument/2006/relationships/tags" Target="../tags/tag153.xml"/><Relationship Id="rId11" Type="http://schemas.openxmlformats.org/officeDocument/2006/relationships/tags" Target="../tags/tag152.xml"/><Relationship Id="rId10" Type="http://schemas.openxmlformats.org/officeDocument/2006/relationships/tags" Target="../tags/tag151.xml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9" Type="http://schemas.openxmlformats.org/officeDocument/2006/relationships/tags" Target="../tags/tag168.xml"/><Relationship Id="rId8" Type="http://schemas.openxmlformats.org/officeDocument/2006/relationships/tags" Target="../tags/tag167.xml"/><Relationship Id="rId7" Type="http://schemas.openxmlformats.org/officeDocument/2006/relationships/tags" Target="../tags/tag166.xml"/><Relationship Id="rId6" Type="http://schemas.openxmlformats.org/officeDocument/2006/relationships/tags" Target="../tags/tag165.xml"/><Relationship Id="rId5" Type="http://schemas.openxmlformats.org/officeDocument/2006/relationships/tags" Target="../tags/tag164.xml"/><Relationship Id="rId4" Type="http://schemas.openxmlformats.org/officeDocument/2006/relationships/tags" Target="../tags/tag163.xml"/><Relationship Id="rId3" Type="http://schemas.openxmlformats.org/officeDocument/2006/relationships/tags" Target="../tags/tag162.xml"/><Relationship Id="rId2" Type="http://schemas.openxmlformats.org/officeDocument/2006/relationships/tags" Target="../tags/tag161.xml"/><Relationship Id="rId14" Type="http://schemas.openxmlformats.org/officeDocument/2006/relationships/tags" Target="../tags/tag173.xml"/><Relationship Id="rId13" Type="http://schemas.openxmlformats.org/officeDocument/2006/relationships/tags" Target="../tags/tag172.xml"/><Relationship Id="rId12" Type="http://schemas.openxmlformats.org/officeDocument/2006/relationships/tags" Target="../tags/tag171.xml"/><Relationship Id="rId11" Type="http://schemas.openxmlformats.org/officeDocument/2006/relationships/tags" Target="../tags/tag170.xml"/><Relationship Id="rId10" Type="http://schemas.openxmlformats.org/officeDocument/2006/relationships/tags" Target="../tags/tag169.xml"/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6" Type="http://schemas.openxmlformats.org/officeDocument/2006/relationships/tags" Target="../tags/tag178.xml"/><Relationship Id="rId5" Type="http://schemas.openxmlformats.org/officeDocument/2006/relationships/tags" Target="../tags/tag177.xml"/><Relationship Id="rId4" Type="http://schemas.openxmlformats.org/officeDocument/2006/relationships/tags" Target="../tags/tag176.xml"/><Relationship Id="rId3" Type="http://schemas.openxmlformats.org/officeDocument/2006/relationships/tags" Target="../tags/tag175.xml"/><Relationship Id="rId2" Type="http://schemas.openxmlformats.org/officeDocument/2006/relationships/tags" Target="../tags/tag174.xml"/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9" Type="http://schemas.openxmlformats.org/officeDocument/2006/relationships/tags" Target="../tags/tag186.xml"/><Relationship Id="rId8" Type="http://schemas.openxmlformats.org/officeDocument/2006/relationships/tags" Target="../tags/tag185.xml"/><Relationship Id="rId7" Type="http://schemas.openxmlformats.org/officeDocument/2006/relationships/tags" Target="../tags/tag184.xml"/><Relationship Id="rId6" Type="http://schemas.openxmlformats.org/officeDocument/2006/relationships/tags" Target="../tags/tag183.xml"/><Relationship Id="rId5" Type="http://schemas.openxmlformats.org/officeDocument/2006/relationships/tags" Target="../tags/tag182.xml"/><Relationship Id="rId4" Type="http://schemas.openxmlformats.org/officeDocument/2006/relationships/tags" Target="../tags/tag181.xml"/><Relationship Id="rId3" Type="http://schemas.openxmlformats.org/officeDocument/2006/relationships/tags" Target="../tags/tag180.xml"/><Relationship Id="rId2" Type="http://schemas.openxmlformats.org/officeDocument/2006/relationships/tags" Target="../tags/tag179.xml"/><Relationship Id="rId15" Type="http://schemas.openxmlformats.org/officeDocument/2006/relationships/tags" Target="../tags/tag192.xml"/><Relationship Id="rId14" Type="http://schemas.openxmlformats.org/officeDocument/2006/relationships/tags" Target="../tags/tag191.xml"/><Relationship Id="rId13" Type="http://schemas.openxmlformats.org/officeDocument/2006/relationships/tags" Target="../tags/tag190.xml"/><Relationship Id="rId12" Type="http://schemas.openxmlformats.org/officeDocument/2006/relationships/tags" Target="../tags/tag189.xml"/><Relationship Id="rId11" Type="http://schemas.openxmlformats.org/officeDocument/2006/relationships/tags" Target="../tags/tag188.xml"/><Relationship Id="rId10" Type="http://schemas.openxmlformats.org/officeDocument/2006/relationships/tags" Target="../tags/tag187.xml"/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7" Type="http://schemas.openxmlformats.org/officeDocument/2006/relationships/tags" Target="../tags/tag198.xml"/><Relationship Id="rId6" Type="http://schemas.openxmlformats.org/officeDocument/2006/relationships/tags" Target="../tags/tag197.xml"/><Relationship Id="rId5" Type="http://schemas.openxmlformats.org/officeDocument/2006/relationships/tags" Target="../tags/tag196.xml"/><Relationship Id="rId4" Type="http://schemas.openxmlformats.org/officeDocument/2006/relationships/tags" Target="../tags/tag195.xml"/><Relationship Id="rId3" Type="http://schemas.openxmlformats.org/officeDocument/2006/relationships/tags" Target="../tags/tag194.xml"/><Relationship Id="rId2" Type="http://schemas.openxmlformats.org/officeDocument/2006/relationships/tags" Target="../tags/tag193.xml"/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9" Type="http://schemas.openxmlformats.org/officeDocument/2006/relationships/tags" Target="../tags/tag206.xml"/><Relationship Id="rId8" Type="http://schemas.openxmlformats.org/officeDocument/2006/relationships/tags" Target="../tags/tag205.xml"/><Relationship Id="rId7" Type="http://schemas.openxmlformats.org/officeDocument/2006/relationships/tags" Target="../tags/tag204.xml"/><Relationship Id="rId6" Type="http://schemas.openxmlformats.org/officeDocument/2006/relationships/tags" Target="../tags/tag203.xml"/><Relationship Id="rId5" Type="http://schemas.openxmlformats.org/officeDocument/2006/relationships/tags" Target="../tags/tag202.xml"/><Relationship Id="rId4" Type="http://schemas.openxmlformats.org/officeDocument/2006/relationships/tags" Target="../tags/tag201.xml"/><Relationship Id="rId3" Type="http://schemas.openxmlformats.org/officeDocument/2006/relationships/tags" Target="../tags/tag200.xml"/><Relationship Id="rId2" Type="http://schemas.openxmlformats.org/officeDocument/2006/relationships/tags" Target="../tags/tag199.xml"/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8" Type="http://schemas.openxmlformats.org/officeDocument/2006/relationships/tags" Target="../tags/tag213.xml"/><Relationship Id="rId7" Type="http://schemas.openxmlformats.org/officeDocument/2006/relationships/tags" Target="../tags/tag212.xml"/><Relationship Id="rId6" Type="http://schemas.openxmlformats.org/officeDocument/2006/relationships/tags" Target="../tags/tag211.xml"/><Relationship Id="rId5" Type="http://schemas.openxmlformats.org/officeDocument/2006/relationships/tags" Target="../tags/tag210.xml"/><Relationship Id="rId4" Type="http://schemas.openxmlformats.org/officeDocument/2006/relationships/tags" Target="../tags/tag209.xml"/><Relationship Id="rId3" Type="http://schemas.openxmlformats.org/officeDocument/2006/relationships/tags" Target="../tags/tag208.xml"/><Relationship Id="rId2" Type="http://schemas.openxmlformats.org/officeDocument/2006/relationships/tags" Target="../tags/tag207.xml"/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4" Type="http://schemas.openxmlformats.org/officeDocument/2006/relationships/tags" Target="../tags/tag216.xml"/><Relationship Id="rId3" Type="http://schemas.openxmlformats.org/officeDocument/2006/relationships/tags" Target="../tags/tag215.xml"/><Relationship Id="rId2" Type="http://schemas.openxmlformats.org/officeDocument/2006/relationships/tags" Target="../tags/tag214.xml"/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7" Type="http://schemas.openxmlformats.org/officeDocument/2006/relationships/tags" Target="../tags/tag222.xml"/><Relationship Id="rId6" Type="http://schemas.openxmlformats.org/officeDocument/2006/relationships/tags" Target="../tags/tag221.xml"/><Relationship Id="rId5" Type="http://schemas.openxmlformats.org/officeDocument/2006/relationships/tags" Target="../tags/tag220.xml"/><Relationship Id="rId4" Type="http://schemas.openxmlformats.org/officeDocument/2006/relationships/tags" Target="../tags/tag219.xml"/><Relationship Id="rId3" Type="http://schemas.openxmlformats.org/officeDocument/2006/relationships/tags" Target="../tags/tag218.xml"/><Relationship Id="rId2" Type="http://schemas.openxmlformats.org/officeDocument/2006/relationships/tags" Target="../tags/tag217.xml"/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6" Type="http://schemas.openxmlformats.org/officeDocument/2006/relationships/tags" Target="../tags/tag227.xml"/><Relationship Id="rId5" Type="http://schemas.openxmlformats.org/officeDocument/2006/relationships/tags" Target="../tags/tag226.xml"/><Relationship Id="rId4" Type="http://schemas.openxmlformats.org/officeDocument/2006/relationships/tags" Target="../tags/tag225.xml"/><Relationship Id="rId3" Type="http://schemas.openxmlformats.org/officeDocument/2006/relationships/tags" Target="../tags/tag224.xml"/><Relationship Id="rId2" Type="http://schemas.openxmlformats.org/officeDocument/2006/relationships/tags" Target="../tags/tag223.xml"/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5" Type="http://schemas.openxmlformats.org/officeDocument/2006/relationships/tags" Target="../tags/tag231.xml"/><Relationship Id="rId4" Type="http://schemas.openxmlformats.org/officeDocument/2006/relationships/tags" Target="../tags/tag230.xml"/><Relationship Id="rId3" Type="http://schemas.openxmlformats.org/officeDocument/2006/relationships/tags" Target="../tags/tag229.xml"/><Relationship Id="rId2" Type="http://schemas.openxmlformats.org/officeDocument/2006/relationships/tags" Target="../tags/tag228.xml"/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9" Type="http://schemas.openxmlformats.org/officeDocument/2006/relationships/tags" Target="../tags/tag239.xml"/><Relationship Id="rId8" Type="http://schemas.openxmlformats.org/officeDocument/2006/relationships/tags" Target="../tags/tag238.xml"/><Relationship Id="rId7" Type="http://schemas.openxmlformats.org/officeDocument/2006/relationships/tags" Target="../tags/tag237.xml"/><Relationship Id="rId6" Type="http://schemas.openxmlformats.org/officeDocument/2006/relationships/tags" Target="../tags/tag236.xml"/><Relationship Id="rId5" Type="http://schemas.openxmlformats.org/officeDocument/2006/relationships/tags" Target="../tags/tag235.xml"/><Relationship Id="rId4" Type="http://schemas.openxmlformats.org/officeDocument/2006/relationships/tags" Target="../tags/tag234.xml"/><Relationship Id="rId3" Type="http://schemas.openxmlformats.org/officeDocument/2006/relationships/tags" Target="../tags/tag233.xml"/><Relationship Id="rId2" Type="http://schemas.openxmlformats.org/officeDocument/2006/relationships/tags" Target="../tags/tag232.xml"/><Relationship Id="rId11" Type="http://schemas.openxmlformats.org/officeDocument/2006/relationships/tags" Target="../tags/tag241.xml"/><Relationship Id="rId10" Type="http://schemas.openxmlformats.org/officeDocument/2006/relationships/tags" Target="../tags/tag240.xml"/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8" Type="http://schemas.openxmlformats.org/officeDocument/2006/relationships/tags" Target="../tags/tag248.xml"/><Relationship Id="rId7" Type="http://schemas.openxmlformats.org/officeDocument/2006/relationships/tags" Target="../tags/tag247.xml"/><Relationship Id="rId6" Type="http://schemas.openxmlformats.org/officeDocument/2006/relationships/tags" Target="../tags/tag246.xml"/><Relationship Id="rId5" Type="http://schemas.openxmlformats.org/officeDocument/2006/relationships/tags" Target="../tags/tag245.xml"/><Relationship Id="rId4" Type="http://schemas.openxmlformats.org/officeDocument/2006/relationships/tags" Target="../tags/tag244.xml"/><Relationship Id="rId3" Type="http://schemas.openxmlformats.org/officeDocument/2006/relationships/tags" Target="../tags/tag243.xml"/><Relationship Id="rId2" Type="http://schemas.openxmlformats.org/officeDocument/2006/relationships/tags" Target="../tags/tag242.xml"/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9" Type="http://schemas.openxmlformats.org/officeDocument/2006/relationships/tags" Target="../tags/tag256.xml"/><Relationship Id="rId8" Type="http://schemas.openxmlformats.org/officeDocument/2006/relationships/tags" Target="../tags/tag255.xml"/><Relationship Id="rId7" Type="http://schemas.openxmlformats.org/officeDocument/2006/relationships/tags" Target="../tags/tag254.xml"/><Relationship Id="rId6" Type="http://schemas.openxmlformats.org/officeDocument/2006/relationships/tags" Target="../tags/tag253.xml"/><Relationship Id="rId5" Type="http://schemas.openxmlformats.org/officeDocument/2006/relationships/tags" Target="../tags/tag252.xml"/><Relationship Id="rId4" Type="http://schemas.openxmlformats.org/officeDocument/2006/relationships/tags" Target="../tags/tag251.xml"/><Relationship Id="rId3" Type="http://schemas.openxmlformats.org/officeDocument/2006/relationships/tags" Target="../tags/tag250.xml"/><Relationship Id="rId2" Type="http://schemas.openxmlformats.org/officeDocument/2006/relationships/tags" Target="../tags/tag249.xml"/><Relationship Id="rId13" Type="http://schemas.openxmlformats.org/officeDocument/2006/relationships/tags" Target="../tags/tag260.xml"/><Relationship Id="rId12" Type="http://schemas.openxmlformats.org/officeDocument/2006/relationships/tags" Target="../tags/tag259.xml"/><Relationship Id="rId11" Type="http://schemas.openxmlformats.org/officeDocument/2006/relationships/tags" Target="../tags/tag258.xml"/><Relationship Id="rId10" Type="http://schemas.openxmlformats.org/officeDocument/2006/relationships/tags" Target="../tags/tag257.xml"/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9" Type="http://schemas.openxmlformats.org/officeDocument/2006/relationships/tags" Target="../tags/tag268.xml"/><Relationship Id="rId8" Type="http://schemas.openxmlformats.org/officeDocument/2006/relationships/tags" Target="../tags/tag267.xml"/><Relationship Id="rId7" Type="http://schemas.openxmlformats.org/officeDocument/2006/relationships/tags" Target="../tags/tag266.xml"/><Relationship Id="rId6" Type="http://schemas.openxmlformats.org/officeDocument/2006/relationships/tags" Target="../tags/tag265.xml"/><Relationship Id="rId5" Type="http://schemas.openxmlformats.org/officeDocument/2006/relationships/tags" Target="../tags/tag264.xml"/><Relationship Id="rId4" Type="http://schemas.openxmlformats.org/officeDocument/2006/relationships/tags" Target="../tags/tag263.xml"/><Relationship Id="rId3" Type="http://schemas.openxmlformats.org/officeDocument/2006/relationships/tags" Target="../tags/tag262.xml"/><Relationship Id="rId2" Type="http://schemas.openxmlformats.org/officeDocument/2006/relationships/tags" Target="../tags/tag261.xml"/><Relationship Id="rId11" Type="http://schemas.openxmlformats.org/officeDocument/2006/relationships/tags" Target="../tags/tag270.xml"/><Relationship Id="rId10" Type="http://schemas.openxmlformats.org/officeDocument/2006/relationships/tags" Target="../tags/tag269.xml"/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9" Type="http://schemas.openxmlformats.org/officeDocument/2006/relationships/tags" Target="../tags/tag278.xml"/><Relationship Id="rId8" Type="http://schemas.openxmlformats.org/officeDocument/2006/relationships/tags" Target="../tags/tag277.xml"/><Relationship Id="rId7" Type="http://schemas.openxmlformats.org/officeDocument/2006/relationships/tags" Target="../tags/tag276.xml"/><Relationship Id="rId6" Type="http://schemas.openxmlformats.org/officeDocument/2006/relationships/tags" Target="../tags/tag275.xml"/><Relationship Id="rId5" Type="http://schemas.openxmlformats.org/officeDocument/2006/relationships/tags" Target="../tags/tag274.xml"/><Relationship Id="rId4" Type="http://schemas.openxmlformats.org/officeDocument/2006/relationships/tags" Target="../tags/tag273.xml"/><Relationship Id="rId3" Type="http://schemas.openxmlformats.org/officeDocument/2006/relationships/tags" Target="../tags/tag272.xml"/><Relationship Id="rId2" Type="http://schemas.openxmlformats.org/officeDocument/2006/relationships/tags" Target="../tags/tag271.xml"/><Relationship Id="rId11" Type="http://schemas.openxmlformats.org/officeDocument/2006/relationships/tags" Target="../tags/tag280.xml"/><Relationship Id="rId10" Type="http://schemas.openxmlformats.org/officeDocument/2006/relationships/tags" Target="../tags/tag279.xml"/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9" Type="http://schemas.openxmlformats.org/officeDocument/2006/relationships/tags" Target="../tags/tag288.xml"/><Relationship Id="rId8" Type="http://schemas.openxmlformats.org/officeDocument/2006/relationships/tags" Target="../tags/tag287.xml"/><Relationship Id="rId7" Type="http://schemas.openxmlformats.org/officeDocument/2006/relationships/tags" Target="../tags/tag286.xml"/><Relationship Id="rId6" Type="http://schemas.openxmlformats.org/officeDocument/2006/relationships/tags" Target="../tags/tag285.xml"/><Relationship Id="rId5" Type="http://schemas.openxmlformats.org/officeDocument/2006/relationships/tags" Target="../tags/tag284.xml"/><Relationship Id="rId4" Type="http://schemas.openxmlformats.org/officeDocument/2006/relationships/tags" Target="../tags/tag283.xml"/><Relationship Id="rId3" Type="http://schemas.openxmlformats.org/officeDocument/2006/relationships/tags" Target="../tags/tag282.xml"/><Relationship Id="rId2" Type="http://schemas.openxmlformats.org/officeDocument/2006/relationships/tags" Target="../tags/tag281.xml"/><Relationship Id="rId11" Type="http://schemas.openxmlformats.org/officeDocument/2006/relationships/tags" Target="../tags/tag290.xml"/><Relationship Id="rId10" Type="http://schemas.openxmlformats.org/officeDocument/2006/relationships/tags" Target="../tags/tag289.xml"/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9" Type="http://schemas.openxmlformats.org/officeDocument/2006/relationships/tags" Target="../tags/tag298.xml"/><Relationship Id="rId8" Type="http://schemas.openxmlformats.org/officeDocument/2006/relationships/tags" Target="../tags/tag297.xml"/><Relationship Id="rId7" Type="http://schemas.openxmlformats.org/officeDocument/2006/relationships/tags" Target="../tags/tag296.xml"/><Relationship Id="rId6" Type="http://schemas.openxmlformats.org/officeDocument/2006/relationships/tags" Target="../tags/tag295.xml"/><Relationship Id="rId5" Type="http://schemas.openxmlformats.org/officeDocument/2006/relationships/tags" Target="../tags/tag294.xml"/><Relationship Id="rId4" Type="http://schemas.openxmlformats.org/officeDocument/2006/relationships/tags" Target="../tags/tag293.xml"/><Relationship Id="rId3" Type="http://schemas.openxmlformats.org/officeDocument/2006/relationships/tags" Target="../tags/tag292.xml"/><Relationship Id="rId2" Type="http://schemas.openxmlformats.org/officeDocument/2006/relationships/tags" Target="../tags/tag291.xml"/><Relationship Id="rId13" Type="http://schemas.openxmlformats.org/officeDocument/2006/relationships/tags" Target="../tags/tag302.xml"/><Relationship Id="rId12" Type="http://schemas.openxmlformats.org/officeDocument/2006/relationships/tags" Target="../tags/tag301.xml"/><Relationship Id="rId11" Type="http://schemas.openxmlformats.org/officeDocument/2006/relationships/tags" Target="../tags/tag300.xml"/><Relationship Id="rId10" Type="http://schemas.openxmlformats.org/officeDocument/2006/relationships/tags" Target="../tags/tag299.xml"/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9" Type="http://schemas.openxmlformats.org/officeDocument/2006/relationships/tags" Target="../tags/tag310.xml"/><Relationship Id="rId8" Type="http://schemas.openxmlformats.org/officeDocument/2006/relationships/tags" Target="../tags/tag309.xml"/><Relationship Id="rId7" Type="http://schemas.openxmlformats.org/officeDocument/2006/relationships/tags" Target="../tags/tag308.xml"/><Relationship Id="rId6" Type="http://schemas.openxmlformats.org/officeDocument/2006/relationships/tags" Target="../tags/tag307.xml"/><Relationship Id="rId5" Type="http://schemas.openxmlformats.org/officeDocument/2006/relationships/tags" Target="../tags/tag306.xml"/><Relationship Id="rId4" Type="http://schemas.openxmlformats.org/officeDocument/2006/relationships/tags" Target="../tags/tag305.xml"/><Relationship Id="rId3" Type="http://schemas.openxmlformats.org/officeDocument/2006/relationships/tags" Target="../tags/tag304.xml"/><Relationship Id="rId2" Type="http://schemas.openxmlformats.org/officeDocument/2006/relationships/tags" Target="../tags/tag303.xml"/><Relationship Id="rId13" Type="http://schemas.openxmlformats.org/officeDocument/2006/relationships/tags" Target="../tags/tag314.xml"/><Relationship Id="rId12" Type="http://schemas.openxmlformats.org/officeDocument/2006/relationships/tags" Target="../tags/tag313.xml"/><Relationship Id="rId11" Type="http://schemas.openxmlformats.org/officeDocument/2006/relationships/tags" Target="../tags/tag312.xml"/><Relationship Id="rId10" Type="http://schemas.openxmlformats.org/officeDocument/2006/relationships/tags" Target="../tags/tag311.xml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 userDrawn="1">
            <p:custDataLst>
              <p:tags r:id="rId2"/>
            </p:custDataLst>
          </p:nvPr>
        </p:nvGrpSpPr>
        <p:grpSpPr>
          <a:xfrm>
            <a:off x="-95483" y="5"/>
            <a:ext cx="9322027" cy="2108195"/>
            <a:chOff x="-127311" y="5"/>
            <a:chExt cx="12429370" cy="2108195"/>
          </a:xfrm>
        </p:grpSpPr>
        <p:sp>
          <p:nvSpPr>
            <p:cNvPr id="8" name="任意多边形: 形状 7"/>
            <p:cNvSpPr/>
            <p:nvPr>
              <p:custDataLst>
                <p:tags r:id="rId3"/>
              </p:custDataLst>
            </p:nvPr>
          </p:nvSpPr>
          <p:spPr>
            <a:xfrm rot="4971377">
              <a:off x="5633770" y="-4560088"/>
              <a:ext cx="907207" cy="12429370"/>
            </a:xfrm>
            <a:custGeom>
              <a:avLst/>
              <a:gdLst>
                <a:gd name="connsiteX0" fmla="*/ 0 w 1132861"/>
                <a:gd name="connsiteY0" fmla="*/ 0 h 12429370"/>
                <a:gd name="connsiteX1" fmla="*/ 421422 w 1132861"/>
                <a:gd name="connsiteY1" fmla="*/ 52817 h 12429370"/>
                <a:gd name="connsiteX2" fmla="*/ 1132861 w 1132861"/>
                <a:gd name="connsiteY2" fmla="*/ 12429370 h 12429370"/>
                <a:gd name="connsiteX3" fmla="*/ 0 w 1132861"/>
                <a:gd name="connsiteY3" fmla="*/ 12287388 h 124293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32861" h="12429370">
                  <a:moveTo>
                    <a:pt x="0" y="0"/>
                  </a:moveTo>
                  <a:lnTo>
                    <a:pt x="421422" y="52817"/>
                  </a:lnTo>
                  <a:lnTo>
                    <a:pt x="1132861" y="12429370"/>
                  </a:lnTo>
                  <a:lnTo>
                    <a:pt x="0" y="12287388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/>
              <a:endParaRPr lang="zh-CN" altLang="en-US" sz="1350"/>
            </a:p>
          </p:txBody>
        </p:sp>
        <p:sp>
          <p:nvSpPr>
            <p:cNvPr id="9" name="任意多边形: 形状 8"/>
            <p:cNvSpPr/>
            <p:nvPr>
              <p:custDataLst>
                <p:tags r:id="rId4"/>
              </p:custDataLst>
            </p:nvPr>
          </p:nvSpPr>
          <p:spPr>
            <a:xfrm rot="5400000">
              <a:off x="5215200" y="-5215203"/>
              <a:ext cx="1761592" cy="12192007"/>
            </a:xfrm>
            <a:custGeom>
              <a:avLst/>
              <a:gdLst>
                <a:gd name="connsiteX0" fmla="*/ 0 w 1930397"/>
                <a:gd name="connsiteY0" fmla="*/ 12192007 h 12192007"/>
                <a:gd name="connsiteX1" fmla="*/ 0 w 1930397"/>
                <a:gd name="connsiteY1" fmla="*/ 0 h 12192007"/>
                <a:gd name="connsiteX2" fmla="*/ 758239 w 1930397"/>
                <a:gd name="connsiteY2" fmla="*/ 0 h 12192007"/>
                <a:gd name="connsiteX3" fmla="*/ 1930397 w 1930397"/>
                <a:gd name="connsiteY3" fmla="*/ 12192007 h 121920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30397" h="12192007">
                  <a:moveTo>
                    <a:pt x="0" y="12192007"/>
                  </a:moveTo>
                  <a:lnTo>
                    <a:pt x="0" y="0"/>
                  </a:lnTo>
                  <a:lnTo>
                    <a:pt x="758239" y="0"/>
                  </a:lnTo>
                  <a:lnTo>
                    <a:pt x="1930397" y="1219200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/>
              <a:endParaRPr lang="zh-CN" altLang="en-US" sz="1350"/>
            </a:p>
          </p:txBody>
        </p:sp>
        <p:sp>
          <p:nvSpPr>
            <p:cNvPr id="10" name="任意多边形: 形状 9"/>
            <p:cNvSpPr/>
            <p:nvPr>
              <p:custDataLst>
                <p:tags r:id="rId5"/>
              </p:custDataLst>
            </p:nvPr>
          </p:nvSpPr>
          <p:spPr>
            <a:xfrm rot="5107084">
              <a:off x="4552342" y="-3275210"/>
              <a:ext cx="536239" cy="9742831"/>
            </a:xfrm>
            <a:custGeom>
              <a:avLst/>
              <a:gdLst>
                <a:gd name="connsiteX0" fmla="*/ 0 w 587624"/>
                <a:gd name="connsiteY0" fmla="*/ 0 h 9742831"/>
                <a:gd name="connsiteX1" fmla="*/ 587624 w 587624"/>
                <a:gd name="connsiteY1" fmla="*/ 9742831 h 9742831"/>
                <a:gd name="connsiteX2" fmla="*/ 0 w 587624"/>
                <a:gd name="connsiteY2" fmla="*/ 9685968 h 97428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87624" h="9742831">
                  <a:moveTo>
                    <a:pt x="0" y="0"/>
                  </a:moveTo>
                  <a:lnTo>
                    <a:pt x="587624" y="9742831"/>
                  </a:lnTo>
                  <a:lnTo>
                    <a:pt x="0" y="9685968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/>
              <a:endParaRPr lang="zh-CN" altLang="en-US" sz="1350"/>
            </a:p>
          </p:txBody>
        </p:sp>
        <p:sp>
          <p:nvSpPr>
            <p:cNvPr id="11" name="任意多边形: 形状 10"/>
            <p:cNvSpPr/>
            <p:nvPr>
              <p:custDataLst>
                <p:tags r:id="rId6"/>
              </p:custDataLst>
            </p:nvPr>
          </p:nvSpPr>
          <p:spPr>
            <a:xfrm rot="15897560">
              <a:off x="9001004" y="-1390393"/>
              <a:ext cx="846410" cy="5663579"/>
            </a:xfrm>
            <a:custGeom>
              <a:avLst/>
              <a:gdLst>
                <a:gd name="connsiteX0" fmla="*/ 927517 w 927517"/>
                <a:gd name="connsiteY0" fmla="*/ 5663579 h 5663579"/>
                <a:gd name="connsiteX1" fmla="*/ 0 w 927517"/>
                <a:gd name="connsiteY1" fmla="*/ 5577535 h 5663579"/>
                <a:gd name="connsiteX2" fmla="*/ 419317 w 927517"/>
                <a:gd name="connsiteY2" fmla="*/ 0 h 56635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27517" h="5663579">
                  <a:moveTo>
                    <a:pt x="927517" y="5663579"/>
                  </a:moveTo>
                  <a:lnTo>
                    <a:pt x="0" y="5577535"/>
                  </a:lnTo>
                  <a:lnTo>
                    <a:pt x="419317" y="0"/>
                  </a:ln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/>
              <a:endParaRPr lang="zh-CN" altLang="en-US" sz="1350"/>
            </a:p>
          </p:txBody>
        </p:sp>
      </p:grpSp>
      <p:sp>
        <p:nvSpPr>
          <p:cNvPr id="12" name="等腰三角形 11"/>
          <p:cNvSpPr/>
          <p:nvPr userDrawn="1">
            <p:custDataLst>
              <p:tags r:id="rId7"/>
            </p:custDataLst>
          </p:nvPr>
        </p:nvSpPr>
        <p:spPr>
          <a:xfrm rot="16200000">
            <a:off x="5744924" y="3458922"/>
            <a:ext cx="997432" cy="5800725"/>
          </a:xfrm>
          <a:prstGeom prst="triangle">
            <a:avLst>
              <a:gd name="adj" fmla="val 0"/>
            </a:avLst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350"/>
          </a:p>
        </p:txBody>
      </p: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8"/>
            </p:custDataLst>
          </p:nvPr>
        </p:nvSpPr>
        <p:spPr>
          <a:xfrm>
            <a:off x="2047739" y="2842611"/>
            <a:ext cx="5338159" cy="838901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4950" spc="600" baseline="0">
                <a:solidFill>
                  <a:schemeClr val="tx1">
                    <a:lumMod val="85000"/>
                    <a:lumOff val="15000"/>
                  </a:schemeClr>
                </a:solidFill>
                <a:ea typeface="汉仪旗黑-85S" panose="00020600040101010101" pitchFamily="18" charset="-122"/>
              </a:defRPr>
            </a:lvl1pPr>
          </a:lstStyle>
          <a:p>
            <a:r>
              <a:rPr lang="zh-CN" altLang="en-US" dirty="0"/>
              <a:t>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9"/>
            </p:custDataLst>
          </p:nvPr>
        </p:nvSpPr>
        <p:spPr>
          <a:xfrm>
            <a:off x="2047739" y="3971224"/>
            <a:ext cx="5338159" cy="507239"/>
          </a:xfrm>
        </p:spPr>
        <p:txBody>
          <a:bodyPr lIns="90000" tIns="46800" rIns="90000" bIns="46800" anchor="t">
            <a:norm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2100" u="none" strike="noStrike" kern="1200" cap="none" spc="2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>
          <a:xfrm>
            <a:off x="322307" y="6349833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>
          <a:xfrm>
            <a:off x="2592000" y="6349833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>
          <a:xfrm>
            <a:off x="6120450" y="6349833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3" hasCustomPrompt="1"/>
            <p:custDataLst>
              <p:tags r:id="rId13"/>
            </p:custDataLst>
          </p:nvPr>
        </p:nvSpPr>
        <p:spPr>
          <a:xfrm>
            <a:off x="2722907" y="4733589"/>
            <a:ext cx="1892347" cy="309620"/>
          </a:xfrm>
        </p:spPr>
        <p:txBody>
          <a:bodyPr lIns="90000" tIns="46800" rIns="90000" bIns="46800" anchor="ctr" anchorCtr="0">
            <a:normAutofit/>
          </a:bodyPr>
          <a:lstStyle>
            <a:lvl1pPr marL="0" indent="0" algn="r">
              <a:lnSpc>
                <a:spcPct val="100000"/>
              </a:lnSpc>
              <a:buNone/>
              <a:defRPr sz="135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编辑文本</a:t>
            </a:r>
            <a:endParaRPr lang="zh-CN" altLang="en-US" dirty="0"/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4" hasCustomPrompt="1"/>
            <p:custDataLst>
              <p:tags r:id="rId14"/>
            </p:custDataLst>
          </p:nvPr>
        </p:nvSpPr>
        <p:spPr>
          <a:xfrm>
            <a:off x="4801641" y="4733589"/>
            <a:ext cx="1892345" cy="309620"/>
          </a:xfrm>
        </p:spPr>
        <p:txBody>
          <a:bodyPr lIns="90000" tIns="46800" rIns="90000" bIns="46800" anchor="ctr" anchorCtr="0">
            <a:normAutofit/>
          </a:bodyPr>
          <a:lstStyle>
            <a:lvl1pPr marL="0" indent="0" algn="l">
              <a:lnSpc>
                <a:spcPct val="100000"/>
              </a:lnSpc>
              <a:buNone/>
              <a:defRPr sz="135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编辑文本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02411" y="498479"/>
            <a:ext cx="8139178" cy="331473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1800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502411" y="1626121"/>
            <a:ext cx="8139178" cy="4041680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514350" marR="0" lvl="1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857250" marR="0" lvl="2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200150" marR="0" lvl="3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1543050" marR="0" lvl="4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322307" y="6349833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2592000" y="6349833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6120450" y="6349833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 userDrawn="1">
            <p:custDataLst>
              <p:tags r:id="rId2"/>
            </p:custDataLst>
          </p:nvPr>
        </p:nvGrpSpPr>
        <p:grpSpPr>
          <a:xfrm>
            <a:off x="3001198" y="5613400"/>
            <a:ext cx="6142802" cy="1244600"/>
            <a:chOff x="4001597" y="5613400"/>
            <a:chExt cx="8190403" cy="1244600"/>
          </a:xfrm>
        </p:grpSpPr>
        <p:sp>
          <p:nvSpPr>
            <p:cNvPr id="8" name="任意多边形: 形状 7"/>
            <p:cNvSpPr/>
            <p:nvPr>
              <p:custDataLst>
                <p:tags r:id="rId3"/>
              </p:custDataLst>
            </p:nvPr>
          </p:nvSpPr>
          <p:spPr>
            <a:xfrm>
              <a:off x="4001597" y="5613400"/>
              <a:ext cx="8190402" cy="1244600"/>
            </a:xfrm>
            <a:custGeom>
              <a:avLst/>
              <a:gdLst>
                <a:gd name="connsiteX0" fmla="*/ 8190402 w 8190402"/>
                <a:gd name="connsiteY0" fmla="*/ 0 h 1244600"/>
                <a:gd name="connsiteX1" fmla="*/ 8190402 w 8190402"/>
                <a:gd name="connsiteY1" fmla="*/ 1155849 h 1244600"/>
                <a:gd name="connsiteX2" fmla="*/ 4203232 w 8190402"/>
                <a:gd name="connsiteY2" fmla="*/ 1244600 h 1244600"/>
                <a:gd name="connsiteX3" fmla="*/ 0 w 8190402"/>
                <a:gd name="connsiteY3" fmla="*/ 1244600 h 1244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190402" h="1244600">
                  <a:moveTo>
                    <a:pt x="8190402" y="0"/>
                  </a:moveTo>
                  <a:lnTo>
                    <a:pt x="8190402" y="1155849"/>
                  </a:lnTo>
                  <a:lnTo>
                    <a:pt x="4203232" y="1244600"/>
                  </a:lnTo>
                  <a:lnTo>
                    <a:pt x="0" y="1244600"/>
                  </a:ln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 defTabSz="914400"/>
              <a:endParaRPr lang="zh-CN" altLang="en-US" sz="1350" dirty="0"/>
            </a:p>
          </p:txBody>
        </p:sp>
        <p:sp>
          <p:nvSpPr>
            <p:cNvPr id="9" name="等腰三角形 8"/>
            <p:cNvSpPr/>
            <p:nvPr>
              <p:custDataLst>
                <p:tags r:id="rId4"/>
              </p:custDataLst>
            </p:nvPr>
          </p:nvSpPr>
          <p:spPr>
            <a:xfrm>
              <a:off x="5816600" y="5949254"/>
              <a:ext cx="6375400" cy="908746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 defTabSz="914400"/>
              <a:endParaRPr lang="zh-CN" altLang="en-US" sz="1350"/>
            </a:p>
          </p:txBody>
        </p:sp>
      </p:grpSp>
      <p:grpSp>
        <p:nvGrpSpPr>
          <p:cNvPr id="10" name="组合 9"/>
          <p:cNvGrpSpPr/>
          <p:nvPr userDrawn="1">
            <p:custDataLst>
              <p:tags r:id="rId5"/>
            </p:custDataLst>
          </p:nvPr>
        </p:nvGrpSpPr>
        <p:grpSpPr>
          <a:xfrm>
            <a:off x="3890252" y="2465874"/>
            <a:ext cx="427628" cy="530915"/>
            <a:chOff x="10608342" y="5053054"/>
            <a:chExt cx="1583658" cy="1966165"/>
          </a:xfrm>
        </p:grpSpPr>
        <p:sp>
          <p:nvSpPr>
            <p:cNvPr id="11" name="任意多边形: 形状 10"/>
            <p:cNvSpPr/>
            <p:nvPr>
              <p:custDataLst>
                <p:tags r:id="rId6"/>
              </p:custDataLst>
            </p:nvPr>
          </p:nvSpPr>
          <p:spPr>
            <a:xfrm rot="697528">
              <a:off x="10608342" y="5053054"/>
              <a:ext cx="1399913" cy="1966165"/>
            </a:xfrm>
            <a:custGeom>
              <a:avLst/>
              <a:gdLst>
                <a:gd name="connsiteX0" fmla="*/ 1399913 w 1399913"/>
                <a:gd name="connsiteY0" fmla="*/ 0 h 1966165"/>
                <a:gd name="connsiteX1" fmla="*/ 1399913 w 1399913"/>
                <a:gd name="connsiteY1" fmla="*/ 1678156 h 1966165"/>
                <a:gd name="connsiteX2" fmla="*/ 0 w 1399913"/>
                <a:gd name="connsiteY2" fmla="*/ 1966165 h 19661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399913" h="1966165">
                  <a:moveTo>
                    <a:pt x="1399913" y="0"/>
                  </a:moveTo>
                  <a:lnTo>
                    <a:pt x="1399913" y="1678156"/>
                  </a:lnTo>
                  <a:lnTo>
                    <a:pt x="0" y="1966165"/>
                  </a:ln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 defTabSz="914400"/>
              <a:endParaRPr lang="zh-CN" altLang="en-US" sz="1350"/>
            </a:p>
          </p:txBody>
        </p:sp>
        <p:sp>
          <p:nvSpPr>
            <p:cNvPr id="12" name="等腰三角形 11"/>
            <p:cNvSpPr/>
            <p:nvPr>
              <p:custDataLst>
                <p:tags r:id="rId7"/>
              </p:custDataLst>
            </p:nvPr>
          </p:nvSpPr>
          <p:spPr>
            <a:xfrm>
              <a:off x="10960100" y="5207000"/>
              <a:ext cx="1231900" cy="1651000"/>
            </a:xfrm>
            <a:prstGeom prst="triangle">
              <a:avLst>
                <a:gd name="adj" fmla="val 10000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 defTabSz="914400"/>
              <a:endParaRPr lang="zh-CN" altLang="en-US" sz="1350"/>
            </a:p>
          </p:txBody>
        </p:sp>
      </p:grpSp>
      <p:grpSp>
        <p:nvGrpSpPr>
          <p:cNvPr id="14" name="组合 13"/>
          <p:cNvGrpSpPr/>
          <p:nvPr userDrawn="1">
            <p:custDataLst>
              <p:tags r:id="rId8"/>
            </p:custDataLst>
          </p:nvPr>
        </p:nvGrpSpPr>
        <p:grpSpPr>
          <a:xfrm rot="10800000">
            <a:off x="-1" y="0"/>
            <a:ext cx="9144000" cy="1244600"/>
            <a:chOff x="4001597" y="5613400"/>
            <a:chExt cx="8190403" cy="1244600"/>
          </a:xfrm>
        </p:grpSpPr>
        <p:sp>
          <p:nvSpPr>
            <p:cNvPr id="15" name="任意多边形: 形状 14"/>
            <p:cNvSpPr/>
            <p:nvPr>
              <p:custDataLst>
                <p:tags r:id="rId9"/>
              </p:custDataLst>
            </p:nvPr>
          </p:nvSpPr>
          <p:spPr>
            <a:xfrm>
              <a:off x="4001597" y="5613400"/>
              <a:ext cx="8190402" cy="1244600"/>
            </a:xfrm>
            <a:custGeom>
              <a:avLst/>
              <a:gdLst>
                <a:gd name="connsiteX0" fmla="*/ 8190402 w 8190402"/>
                <a:gd name="connsiteY0" fmla="*/ 0 h 1244600"/>
                <a:gd name="connsiteX1" fmla="*/ 8190402 w 8190402"/>
                <a:gd name="connsiteY1" fmla="*/ 1155849 h 1244600"/>
                <a:gd name="connsiteX2" fmla="*/ 4203232 w 8190402"/>
                <a:gd name="connsiteY2" fmla="*/ 1244600 h 1244600"/>
                <a:gd name="connsiteX3" fmla="*/ 0 w 8190402"/>
                <a:gd name="connsiteY3" fmla="*/ 1244600 h 1244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190402" h="1244600">
                  <a:moveTo>
                    <a:pt x="8190402" y="0"/>
                  </a:moveTo>
                  <a:lnTo>
                    <a:pt x="8190402" y="1155849"/>
                  </a:lnTo>
                  <a:lnTo>
                    <a:pt x="4203232" y="1244600"/>
                  </a:lnTo>
                  <a:lnTo>
                    <a:pt x="0" y="1244600"/>
                  </a:ln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 defTabSz="914400"/>
              <a:endParaRPr lang="zh-CN" altLang="en-US" sz="1350"/>
            </a:p>
          </p:txBody>
        </p:sp>
        <p:sp>
          <p:nvSpPr>
            <p:cNvPr id="16" name="等腰三角形 15"/>
            <p:cNvSpPr/>
            <p:nvPr>
              <p:custDataLst>
                <p:tags r:id="rId10"/>
              </p:custDataLst>
            </p:nvPr>
          </p:nvSpPr>
          <p:spPr>
            <a:xfrm>
              <a:off x="5816600" y="5949254"/>
              <a:ext cx="6375400" cy="908746"/>
            </a:xfrm>
            <a:prstGeom prst="triangle">
              <a:avLst>
                <a:gd name="adj" fmla="val 10000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 defTabSz="914400"/>
              <a:endParaRPr lang="zh-CN" altLang="en-US" sz="1350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1"/>
            </p:custDataLst>
          </p:nvPr>
        </p:nvSpPr>
        <p:spPr>
          <a:xfrm>
            <a:off x="2625680" y="3182635"/>
            <a:ext cx="3892639" cy="555545"/>
          </a:xfrm>
        </p:spPr>
        <p:txBody>
          <a:bodyPr lIns="90170" tIns="46990" rIns="90170" bIns="0" anchor="b" anchorCtr="0">
            <a:normAutofit/>
          </a:bodyPr>
          <a:lstStyle>
            <a:lvl1pPr algn="ctr">
              <a:defRPr sz="3000" u="none" strike="noStrike" kern="1200" cap="none" spc="300" normalizeH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汉仪旗黑-85S" panose="00020600040101010101" pitchFamily="18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2"/>
            </p:custDataLst>
          </p:nvPr>
        </p:nvSpPr>
        <p:spPr>
          <a:xfrm>
            <a:off x="2625680" y="4067741"/>
            <a:ext cx="3892639" cy="1107770"/>
          </a:xfrm>
        </p:spPr>
        <p:txBody>
          <a:bodyPr lIns="90170" tIns="0" rIns="90170" bIns="46990">
            <a:normAutofit/>
          </a:bodyPr>
          <a:lstStyle>
            <a:lvl1pPr marL="0" indent="0" algn="ctr" eaLnBrk="1" fontAlgn="auto" latinLnBrk="0" hangingPunct="1">
              <a:buNone/>
              <a:defRPr kumimoji="0" lang="zh-CN" altLang="en-US" sz="1500" b="0" i="0" u="none" strike="noStrike" kern="1200" cap="none" spc="15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3"/>
            </p:custDataLst>
          </p:nvPr>
        </p:nvSpPr>
        <p:spPr>
          <a:xfrm>
            <a:off x="322307" y="6349833"/>
            <a:ext cx="2700000" cy="316800"/>
          </a:xfrm>
        </p:spPr>
        <p:txBody>
          <a:bodyPr>
            <a:normAutofit/>
          </a:bodyPr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4"/>
            </p:custDataLst>
          </p:nvPr>
        </p:nvSpPr>
        <p:spPr>
          <a:xfrm>
            <a:off x="2592000" y="6349833"/>
            <a:ext cx="3960000" cy="316800"/>
          </a:xfrm>
        </p:spPr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5"/>
            </p:custDataLst>
          </p:nvPr>
        </p:nvSpPr>
        <p:spPr>
          <a:xfrm>
            <a:off x="6120450" y="6349833"/>
            <a:ext cx="2700000" cy="316800"/>
          </a:xfrm>
        </p:spPr>
        <p:txBody>
          <a:bodyPr>
            <a:normAutofit/>
          </a:bodyPr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02411" y="498479"/>
            <a:ext cx="8139178" cy="331473"/>
          </a:xfrm>
        </p:spPr>
        <p:txBody>
          <a:bodyPr vert="horz" lIns="90170" tIns="46990" rIns="90170" bIns="46990" rtlCol="0" anchor="t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1800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汉仪旗黑-85S" panose="00020600040101010101" pitchFamily="18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502447" y="1626121"/>
            <a:ext cx="3962432" cy="4041680"/>
          </a:xfrm>
        </p:spPr>
        <p:txBody>
          <a:bodyPr vert="horz" lIns="90170" tIns="46990" rIns="90170" bIns="46990" rtlCol="0">
            <a:normAutofit/>
          </a:bodyPr>
          <a:lstStyle>
            <a:lvl1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514350" marR="0" lvl="1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857250" marR="0" lvl="2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200150" marR="0" lvl="3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1543050" marR="0" lvl="4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  <a:p>
            <a:pPr lvl="1"/>
            <a:r>
              <a:rPr>
                <a:sym typeface="+mn-ea"/>
              </a:rPr>
              <a:t>第二级</a:t>
            </a:r>
            <a:endParaRPr>
              <a:sym typeface="+mn-ea"/>
            </a:endParaRPr>
          </a:p>
          <a:p>
            <a:pPr lvl="2"/>
            <a:r>
              <a:rPr>
                <a:sym typeface="+mn-ea"/>
              </a:rPr>
              <a:t>第三级</a:t>
            </a:r>
            <a:endParaRPr>
              <a:sym typeface="+mn-ea"/>
            </a:endParaRPr>
          </a:p>
          <a:p>
            <a:pPr lvl="3"/>
            <a:r>
              <a:rPr>
                <a:sym typeface="+mn-ea"/>
              </a:rPr>
              <a:t>第四级</a:t>
            </a:r>
            <a:endParaRPr>
              <a:sym typeface="+mn-ea"/>
            </a:endParaRPr>
          </a:p>
          <a:p>
            <a:pPr lvl="4"/>
            <a:r>
              <a:rPr>
                <a:sym typeface="+mn-ea"/>
              </a:rPr>
              <a:t>第五级</a:t>
            </a:r>
            <a:endParaRPr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4679158" y="1626121"/>
            <a:ext cx="3962432" cy="4041680"/>
          </a:xfrm>
        </p:spPr>
        <p:txBody>
          <a:bodyPr lIns="90170" tIns="46990" rIns="90170" bIns="46990">
            <a:normAutofit/>
          </a:bodyPr>
          <a:lstStyle>
            <a:lvl1pPr>
              <a:defRPr sz="12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12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2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2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2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>
          <a:xfrm>
            <a:off x="322307" y="6349833"/>
            <a:ext cx="2700000" cy="316800"/>
          </a:xfrm>
        </p:spPr>
        <p:txBody>
          <a:bodyPr lIns="90170" tIns="46990" rIns="90170" bIns="46990">
            <a:normAutofit/>
          </a:bodyPr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>
          <a:xfrm>
            <a:off x="2592000" y="6349833"/>
            <a:ext cx="3960000" cy="316800"/>
          </a:xfrm>
        </p:spPr>
        <p:txBody>
          <a:bodyPr lIns="90170" tIns="46990" rIns="90170" bIns="46990">
            <a:normAutofit/>
          </a:bodyPr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xfrm>
            <a:off x="6120450" y="6349833"/>
            <a:ext cx="2700000" cy="316800"/>
          </a:xfrm>
        </p:spPr>
        <p:txBody>
          <a:bodyPr lIns="90170" tIns="46990" rIns="90170" bIns="46990">
            <a:normAutofit/>
          </a:bodyPr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02411" y="498479"/>
            <a:ext cx="8139178" cy="331473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1800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502447" y="1000133"/>
            <a:ext cx="3962432" cy="285752"/>
          </a:xfrm>
        </p:spPr>
        <p:txBody>
          <a:bodyPr lIns="101600" tIns="38100" rIns="76200" bIns="38100" anchor="t" anchorCtr="0">
            <a:no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1500" b="0" u="none" strike="noStrike" kern="1200" cap="none" spc="2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502444" y="2023369"/>
            <a:ext cx="3962400" cy="3701064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514350" marR="0" lvl="1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857250" marR="0" lvl="2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200150" marR="0" lvl="3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1543050" marR="0" lvl="4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4676812" y="1000133"/>
            <a:ext cx="3962432" cy="285752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1500" b="0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4676812" y="2023369"/>
            <a:ext cx="3962432" cy="3701064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514350" marR="0" lvl="1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857250" marR="0" lvl="2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200150" marR="0" lvl="3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1543050" marR="0" lvl="4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>
          <a:xfrm>
            <a:off x="322307" y="6349833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>
          <a:xfrm>
            <a:off x="2592000" y="6349833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>
          <a:xfrm>
            <a:off x="6120450" y="6349833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/>
          <p:cNvGrpSpPr/>
          <p:nvPr userDrawn="1">
            <p:custDataLst>
              <p:tags r:id="rId2"/>
            </p:custDataLst>
          </p:nvPr>
        </p:nvGrpSpPr>
        <p:grpSpPr>
          <a:xfrm>
            <a:off x="7956257" y="5053054"/>
            <a:ext cx="1187744" cy="1966165"/>
            <a:chOff x="10608342" y="5053054"/>
            <a:chExt cx="1583658" cy="1966165"/>
          </a:xfrm>
        </p:grpSpPr>
        <p:sp>
          <p:nvSpPr>
            <p:cNvPr id="10" name="任意多边形: 形状 9"/>
            <p:cNvSpPr/>
            <p:nvPr>
              <p:custDataLst>
                <p:tags r:id="rId3"/>
              </p:custDataLst>
            </p:nvPr>
          </p:nvSpPr>
          <p:spPr>
            <a:xfrm rot="697528">
              <a:off x="10608342" y="5053054"/>
              <a:ext cx="1399913" cy="1966165"/>
            </a:xfrm>
            <a:custGeom>
              <a:avLst/>
              <a:gdLst>
                <a:gd name="connsiteX0" fmla="*/ 1399913 w 1399913"/>
                <a:gd name="connsiteY0" fmla="*/ 0 h 1966165"/>
                <a:gd name="connsiteX1" fmla="*/ 1399913 w 1399913"/>
                <a:gd name="connsiteY1" fmla="*/ 1678156 h 1966165"/>
                <a:gd name="connsiteX2" fmla="*/ 0 w 1399913"/>
                <a:gd name="connsiteY2" fmla="*/ 1966165 h 19661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399913" h="1966165">
                  <a:moveTo>
                    <a:pt x="1399913" y="0"/>
                  </a:moveTo>
                  <a:lnTo>
                    <a:pt x="1399913" y="1678156"/>
                  </a:lnTo>
                  <a:lnTo>
                    <a:pt x="0" y="1966165"/>
                  </a:ln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/>
              <a:endParaRPr lang="zh-CN" altLang="en-US" sz="1350"/>
            </a:p>
          </p:txBody>
        </p:sp>
        <p:sp>
          <p:nvSpPr>
            <p:cNvPr id="11" name="等腰三角形 10"/>
            <p:cNvSpPr/>
            <p:nvPr>
              <p:custDataLst>
                <p:tags r:id="rId4"/>
              </p:custDataLst>
            </p:nvPr>
          </p:nvSpPr>
          <p:spPr>
            <a:xfrm>
              <a:off x="10960100" y="5207000"/>
              <a:ext cx="1231900" cy="1651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/>
              <a:endParaRPr lang="zh-CN" altLang="en-US" sz="1350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502411" y="498476"/>
            <a:ext cx="8139178" cy="331473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1800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>
          <a:xfrm>
            <a:off x="322307" y="6349833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>
          <a:xfrm>
            <a:off x="2592000" y="6349833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>
          <a:xfrm>
            <a:off x="6120450" y="6349833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322307" y="6349833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2592000" y="6349833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6120450" y="6349833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02447" y="498479"/>
            <a:ext cx="8139178" cy="331473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1800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3"/>
            </p:custDataLst>
          </p:nvPr>
        </p:nvSpPr>
        <p:spPr>
          <a:xfrm>
            <a:off x="502447" y="1626121"/>
            <a:ext cx="3962432" cy="4041680"/>
          </a:xfrm>
        </p:spPr>
        <p:txBody>
          <a:bodyPr vert="horz" lIns="101600" tIns="0" rIns="82550" bIns="0" rtlCol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514350" marR="0" lvl="1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857250" marR="0" lvl="2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200150" marR="0" lvl="3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1543050" marR="0" lvl="4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4"/>
            </p:custDataLst>
          </p:nvPr>
        </p:nvSpPr>
        <p:spPr>
          <a:xfrm>
            <a:off x="4679194" y="1626121"/>
            <a:ext cx="3962432" cy="4041680"/>
          </a:xfrm>
        </p:spPr>
        <p:txBody>
          <a:bodyPr vert="horz" lIns="101600" tIns="0" rIns="82550" bIns="0" rtlCol="0">
            <a:normAutofit/>
          </a:bodyPr>
          <a:lstStyle>
            <a:lvl1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>
          <a:xfrm>
            <a:off x="322307" y="6349833"/>
            <a:ext cx="2700000" cy="316800"/>
          </a:xfrm>
        </p:spPr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>
          <a:xfrm>
            <a:off x="2592000" y="6349833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xfrm>
            <a:off x="6120450" y="6349833"/>
            <a:ext cx="2700000" cy="316800"/>
          </a:xfrm>
        </p:spPr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  <p:custDataLst>
              <p:tags r:id="rId2"/>
            </p:custDataLst>
          </p:nvPr>
        </p:nvSpPr>
        <p:spPr>
          <a:xfrm>
            <a:off x="7928351" y="1626121"/>
            <a:ext cx="713238" cy="4041680"/>
          </a:xfrm>
        </p:spPr>
        <p:txBody>
          <a:bodyPr vert="eaVert" lIns="101600" tIns="38100" rIns="76200" bIns="3810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1800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502444" y="1626113"/>
            <a:ext cx="7371076" cy="4041680"/>
          </a:xfrm>
        </p:spPr>
        <p:txBody>
          <a:bodyPr vert="eaVert"/>
          <a:lstStyle>
            <a:lvl1pPr indent="0" eaLnBrk="1" fontAlgn="auto" latinLnBrk="0" hangingPunct="1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indent="0" eaLnBrk="1" fontAlgn="auto" latinLnBrk="0" hangingPunct="1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 indent="0" eaLnBrk="1" fontAlgn="auto" latinLnBrk="0" hangingPunct="1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 indent="0" eaLnBrk="1" fontAlgn="auto" latinLnBrk="0" hangingPunct="1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 indent="0" eaLnBrk="1" fontAlgn="auto" latinLnBrk="0" hangingPunct="1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322307" y="6349833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2592000" y="6349833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6120450" y="6349833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322307" y="6349833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2592000" y="6349833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6120450" y="6349833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502447" y="1626121"/>
            <a:ext cx="8139178" cy="404168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2691281" y="2778617"/>
            <a:ext cx="3761438" cy="1139780"/>
          </a:xfrm>
        </p:spPr>
        <p:txBody>
          <a:bodyPr vert="horz" lIns="90170" tIns="46990" rIns="90170" bIns="46990" rtlCol="0" anchor="ctr" anchorCtr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000" b="1" i="0" u="none" strike="noStrike" kern="1200" cap="none" spc="6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汉仪旗黑-85S" panose="00020600040101010101" pitchFamily="18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编辑标题</a:t>
            </a:r>
            <a:endParaRPr dirty="0"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322307" y="6349833"/>
            <a:ext cx="2700000" cy="316800"/>
          </a:xfrm>
        </p:spPr>
        <p:txBody>
          <a:bodyPr lIns="90170" tIns="46990" rIns="90170" bIns="46990">
            <a:normAutofit/>
          </a:bodyPr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2592000" y="6349833"/>
            <a:ext cx="3960000" cy="316800"/>
          </a:xfrm>
        </p:spPr>
        <p:txBody>
          <a:bodyPr lIns="90170" tIns="46990" rIns="90170" bIns="46990">
            <a:normAutofit/>
          </a:bodyPr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6120450" y="6349833"/>
            <a:ext cx="2700000" cy="316800"/>
          </a:xfrm>
        </p:spPr>
        <p:txBody>
          <a:bodyPr lIns="90170" tIns="46990" rIns="90170" bIns="46990">
            <a:normAutofit/>
          </a:bodyPr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grpSp>
        <p:nvGrpSpPr>
          <p:cNvPr id="6" name="组合 5"/>
          <p:cNvGrpSpPr/>
          <p:nvPr userDrawn="1">
            <p:custDataLst>
              <p:tags r:id="rId6"/>
            </p:custDataLst>
          </p:nvPr>
        </p:nvGrpSpPr>
        <p:grpSpPr>
          <a:xfrm flipH="1">
            <a:off x="6452719" y="3180660"/>
            <a:ext cx="327554" cy="406670"/>
            <a:chOff x="10608342" y="5053054"/>
            <a:chExt cx="1583658" cy="1966165"/>
          </a:xfrm>
        </p:grpSpPr>
        <p:sp>
          <p:nvSpPr>
            <p:cNvPr id="7" name="任意多边形: 形状 6"/>
            <p:cNvSpPr/>
            <p:nvPr>
              <p:custDataLst>
                <p:tags r:id="rId7"/>
              </p:custDataLst>
            </p:nvPr>
          </p:nvSpPr>
          <p:spPr>
            <a:xfrm rot="697528">
              <a:off x="10608342" y="5053054"/>
              <a:ext cx="1399913" cy="1966165"/>
            </a:xfrm>
            <a:custGeom>
              <a:avLst/>
              <a:gdLst>
                <a:gd name="connsiteX0" fmla="*/ 1399913 w 1399913"/>
                <a:gd name="connsiteY0" fmla="*/ 0 h 1966165"/>
                <a:gd name="connsiteX1" fmla="*/ 1399913 w 1399913"/>
                <a:gd name="connsiteY1" fmla="*/ 1678156 h 1966165"/>
                <a:gd name="connsiteX2" fmla="*/ 0 w 1399913"/>
                <a:gd name="connsiteY2" fmla="*/ 1966165 h 19661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399913" h="1966165">
                  <a:moveTo>
                    <a:pt x="1399913" y="0"/>
                  </a:moveTo>
                  <a:lnTo>
                    <a:pt x="1399913" y="1678156"/>
                  </a:lnTo>
                  <a:lnTo>
                    <a:pt x="0" y="1966165"/>
                  </a:ln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7627" tIns="35242" rIns="67627" bIns="35242" rtlCol="0" anchor="ctr">
              <a:normAutofit/>
            </a:bodyPr>
            <a:lstStyle/>
            <a:p>
              <a:pPr algn="ctr" defTabSz="914400"/>
              <a:endParaRPr lang="zh-CN" altLang="en-US" sz="1350" dirty="0"/>
            </a:p>
          </p:txBody>
        </p:sp>
        <p:sp>
          <p:nvSpPr>
            <p:cNvPr id="8" name="等腰三角形 7"/>
            <p:cNvSpPr/>
            <p:nvPr>
              <p:custDataLst>
                <p:tags r:id="rId8"/>
              </p:custDataLst>
            </p:nvPr>
          </p:nvSpPr>
          <p:spPr>
            <a:xfrm>
              <a:off x="10960100" y="5207000"/>
              <a:ext cx="1231900" cy="1651000"/>
            </a:xfrm>
            <a:prstGeom prst="triangle">
              <a:avLst>
                <a:gd name="adj" fmla="val 10000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7627" tIns="35242" rIns="67627" bIns="35242" rtlCol="0" anchor="ctr">
              <a:normAutofit fontScale="75000" lnSpcReduction="20000"/>
            </a:bodyPr>
            <a:lstStyle/>
            <a:p>
              <a:pPr algn="ctr" defTabSz="914400"/>
              <a:endParaRPr lang="zh-CN" altLang="en-US" sz="1350" dirty="0"/>
            </a:p>
          </p:txBody>
        </p:sp>
      </p:grpSp>
      <p:grpSp>
        <p:nvGrpSpPr>
          <p:cNvPr id="9" name="组合 8"/>
          <p:cNvGrpSpPr/>
          <p:nvPr userDrawn="1">
            <p:custDataLst>
              <p:tags r:id="rId9"/>
            </p:custDataLst>
          </p:nvPr>
        </p:nvGrpSpPr>
        <p:grpSpPr>
          <a:xfrm>
            <a:off x="2363726" y="3187277"/>
            <a:ext cx="327554" cy="406670"/>
            <a:chOff x="10608342" y="5053054"/>
            <a:chExt cx="1583658" cy="1966165"/>
          </a:xfrm>
        </p:grpSpPr>
        <p:sp>
          <p:nvSpPr>
            <p:cNvPr id="10" name="任意多边形: 形状 9"/>
            <p:cNvSpPr/>
            <p:nvPr>
              <p:custDataLst>
                <p:tags r:id="rId10"/>
              </p:custDataLst>
            </p:nvPr>
          </p:nvSpPr>
          <p:spPr>
            <a:xfrm rot="697528">
              <a:off x="10608342" y="5053054"/>
              <a:ext cx="1399913" cy="1966165"/>
            </a:xfrm>
            <a:custGeom>
              <a:avLst/>
              <a:gdLst>
                <a:gd name="connsiteX0" fmla="*/ 1399913 w 1399913"/>
                <a:gd name="connsiteY0" fmla="*/ 0 h 1966165"/>
                <a:gd name="connsiteX1" fmla="*/ 1399913 w 1399913"/>
                <a:gd name="connsiteY1" fmla="*/ 1678156 h 1966165"/>
                <a:gd name="connsiteX2" fmla="*/ 0 w 1399913"/>
                <a:gd name="connsiteY2" fmla="*/ 1966165 h 19661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399913" h="1966165">
                  <a:moveTo>
                    <a:pt x="1399913" y="0"/>
                  </a:moveTo>
                  <a:lnTo>
                    <a:pt x="1399913" y="1678156"/>
                  </a:lnTo>
                  <a:lnTo>
                    <a:pt x="0" y="1966165"/>
                  </a:ln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7627" tIns="35242" rIns="67627" bIns="35242" rtlCol="0" anchor="ctr">
              <a:normAutofit/>
            </a:bodyPr>
            <a:lstStyle/>
            <a:p>
              <a:pPr algn="ctr" defTabSz="914400"/>
              <a:endParaRPr lang="zh-CN" altLang="en-US" sz="1350">
                <a:solidFill>
                  <a:schemeClr val="bg1"/>
                </a:solidFill>
              </a:endParaRPr>
            </a:p>
          </p:txBody>
        </p:sp>
        <p:sp>
          <p:nvSpPr>
            <p:cNvPr id="11" name="等腰三角形 10"/>
            <p:cNvSpPr/>
            <p:nvPr>
              <p:custDataLst>
                <p:tags r:id="rId11"/>
              </p:custDataLst>
            </p:nvPr>
          </p:nvSpPr>
          <p:spPr>
            <a:xfrm>
              <a:off x="10960100" y="5207000"/>
              <a:ext cx="1231900" cy="1651000"/>
            </a:xfrm>
            <a:prstGeom prst="triangle">
              <a:avLst>
                <a:gd name="adj" fmla="val 10000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7627" tIns="35242" rIns="67627" bIns="35242" rtlCol="0" anchor="ctr">
              <a:normAutofit fontScale="75000" lnSpcReduction="20000"/>
            </a:bodyPr>
            <a:lstStyle/>
            <a:p>
              <a:pPr algn="ctr" defTabSz="914400"/>
              <a:endParaRPr lang="zh-CN" altLang="en-US" sz="1350" dirty="0"/>
            </a:p>
          </p:txBody>
        </p:sp>
      </p:grp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通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/>
          <p:cNvGrpSpPr/>
          <p:nvPr userDrawn="1">
            <p:custDataLst>
              <p:tags r:id="rId2"/>
            </p:custDataLst>
          </p:nvPr>
        </p:nvGrpSpPr>
        <p:grpSpPr>
          <a:xfrm>
            <a:off x="3001198" y="6045200"/>
            <a:ext cx="6142802" cy="812800"/>
            <a:chOff x="4001597" y="5613400"/>
            <a:chExt cx="8190403" cy="1244600"/>
          </a:xfrm>
        </p:grpSpPr>
        <p:sp>
          <p:nvSpPr>
            <p:cNvPr id="9" name="任意多边形: 形状 8"/>
            <p:cNvSpPr/>
            <p:nvPr>
              <p:custDataLst>
                <p:tags r:id="rId3"/>
              </p:custDataLst>
            </p:nvPr>
          </p:nvSpPr>
          <p:spPr>
            <a:xfrm>
              <a:off x="4001597" y="5613400"/>
              <a:ext cx="8190402" cy="1244600"/>
            </a:xfrm>
            <a:custGeom>
              <a:avLst/>
              <a:gdLst>
                <a:gd name="connsiteX0" fmla="*/ 8190402 w 8190402"/>
                <a:gd name="connsiteY0" fmla="*/ 0 h 1244600"/>
                <a:gd name="connsiteX1" fmla="*/ 8190402 w 8190402"/>
                <a:gd name="connsiteY1" fmla="*/ 1155849 h 1244600"/>
                <a:gd name="connsiteX2" fmla="*/ 4203232 w 8190402"/>
                <a:gd name="connsiteY2" fmla="*/ 1244600 h 1244600"/>
                <a:gd name="connsiteX3" fmla="*/ 0 w 8190402"/>
                <a:gd name="connsiteY3" fmla="*/ 1244600 h 1244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190402" h="1244600">
                  <a:moveTo>
                    <a:pt x="8190402" y="0"/>
                  </a:moveTo>
                  <a:lnTo>
                    <a:pt x="8190402" y="1155849"/>
                  </a:lnTo>
                  <a:lnTo>
                    <a:pt x="4203232" y="1244600"/>
                  </a:lnTo>
                  <a:lnTo>
                    <a:pt x="0" y="1244600"/>
                  </a:ln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/>
              <a:endParaRPr lang="zh-CN" altLang="en-US" sz="1350"/>
            </a:p>
          </p:txBody>
        </p:sp>
        <p:sp>
          <p:nvSpPr>
            <p:cNvPr id="10" name="等腰三角形 9"/>
            <p:cNvSpPr/>
            <p:nvPr>
              <p:custDataLst>
                <p:tags r:id="rId4"/>
              </p:custDataLst>
            </p:nvPr>
          </p:nvSpPr>
          <p:spPr>
            <a:xfrm>
              <a:off x="5816600" y="5949254"/>
              <a:ext cx="6375400" cy="908746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/>
              <a:endParaRPr lang="zh-CN" altLang="en-US" sz="1350"/>
            </a:p>
          </p:txBody>
        </p:sp>
      </p:grpSp>
      <p:sp>
        <p:nvSpPr>
          <p:cNvPr id="2" name="标题 1"/>
          <p:cNvSpPr>
            <a:spLocks noGrp="1"/>
          </p:cNvSpPr>
          <p:nvPr userDrawn="1">
            <p:ph type="title" hasCustomPrompt="1"/>
            <p:custDataLst>
              <p:tags r:id="rId5"/>
            </p:custDataLst>
          </p:nvPr>
        </p:nvSpPr>
        <p:spPr>
          <a:xfrm>
            <a:off x="628650" y="861887"/>
            <a:ext cx="7886700" cy="405363"/>
          </a:xfrm>
        </p:spPr>
        <p:txBody>
          <a:bodyPr>
            <a:normAutofit/>
          </a:bodyPr>
          <a:lstStyle>
            <a:lvl1pPr>
              <a:defRPr sz="1650" b="1" spc="2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 userDrawn="1">
            <p:ph type="dt" sz="half" idx="10"/>
            <p:custDataLst>
              <p:tags r:id="rId6"/>
            </p:custDataLst>
          </p:nvPr>
        </p:nvSpPr>
        <p:spPr>
          <a:xfrm>
            <a:off x="322307" y="6349833"/>
            <a:ext cx="2700000" cy="316800"/>
          </a:xfrm>
        </p:spPr>
        <p:txBody>
          <a:bodyPr/>
          <a:lstStyle>
            <a:lvl1pPr>
              <a:defRPr baseline="0">
                <a:latin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 userDrawn="1">
            <p:ph type="ftr" sz="quarter" idx="11"/>
            <p:custDataLst>
              <p:tags r:id="rId7"/>
            </p:custDataLst>
          </p:nvPr>
        </p:nvSpPr>
        <p:spPr>
          <a:xfrm>
            <a:off x="2592000" y="6349833"/>
            <a:ext cx="3960000" cy="316800"/>
          </a:xfrm>
        </p:spPr>
        <p:txBody>
          <a:bodyPr/>
          <a:lstStyle>
            <a:lvl1pPr>
              <a:defRPr baseline="0">
                <a:latin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 userDrawn="1">
            <p:ph type="sldNum" sz="quarter" idx="12"/>
            <p:custDataLst>
              <p:tags r:id="rId8"/>
            </p:custDataLst>
          </p:nvPr>
        </p:nvSpPr>
        <p:spPr>
          <a:xfrm>
            <a:off x="6120450" y="6349833"/>
            <a:ext cx="2700000" cy="316800"/>
          </a:xfrm>
        </p:spPr>
        <p:txBody>
          <a:bodyPr/>
          <a:lstStyle>
            <a:lvl1pPr>
              <a:defRPr baseline="0">
                <a:latin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相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2"/>
            </p:custDataLst>
          </p:nvPr>
        </p:nvSpPr>
        <p:spPr>
          <a:xfrm>
            <a:off x="219551" y="304165"/>
            <a:ext cx="8704898" cy="624967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350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grpSp>
        <p:nvGrpSpPr>
          <p:cNvPr id="11" name="组合 10"/>
          <p:cNvGrpSpPr/>
          <p:nvPr userDrawn="1">
            <p:custDataLst>
              <p:tags r:id="rId3"/>
            </p:custDataLst>
          </p:nvPr>
        </p:nvGrpSpPr>
        <p:grpSpPr>
          <a:xfrm rot="16200000">
            <a:off x="8257223" y="466328"/>
            <a:ext cx="553403" cy="687229"/>
            <a:chOff x="10608342" y="5053054"/>
            <a:chExt cx="1583658" cy="1966165"/>
          </a:xfrm>
        </p:grpSpPr>
        <p:sp>
          <p:nvSpPr>
            <p:cNvPr id="12" name="任意多边形: 形状 11"/>
            <p:cNvSpPr/>
            <p:nvPr>
              <p:custDataLst>
                <p:tags r:id="rId4"/>
              </p:custDataLst>
            </p:nvPr>
          </p:nvSpPr>
          <p:spPr>
            <a:xfrm rot="697528">
              <a:off x="10608342" y="5053054"/>
              <a:ext cx="1399913" cy="1966165"/>
            </a:xfrm>
            <a:custGeom>
              <a:avLst/>
              <a:gdLst>
                <a:gd name="connsiteX0" fmla="*/ 1399913 w 1399913"/>
                <a:gd name="connsiteY0" fmla="*/ 0 h 1966165"/>
                <a:gd name="connsiteX1" fmla="*/ 1399913 w 1399913"/>
                <a:gd name="connsiteY1" fmla="*/ 1678156 h 1966165"/>
                <a:gd name="connsiteX2" fmla="*/ 0 w 1399913"/>
                <a:gd name="connsiteY2" fmla="*/ 1966165 h 19661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399913" h="1966165">
                  <a:moveTo>
                    <a:pt x="1399913" y="0"/>
                  </a:moveTo>
                  <a:lnTo>
                    <a:pt x="1399913" y="1678156"/>
                  </a:lnTo>
                  <a:lnTo>
                    <a:pt x="0" y="1966165"/>
                  </a:ln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/>
              <a:endParaRPr lang="zh-CN" altLang="en-US" sz="1350">
                <a:ea typeface="微软雅黑" panose="020B0503020204020204" charset="-122"/>
              </a:endParaRPr>
            </a:p>
          </p:txBody>
        </p:sp>
        <p:sp>
          <p:nvSpPr>
            <p:cNvPr id="13" name="等腰三角形 12"/>
            <p:cNvSpPr/>
            <p:nvPr>
              <p:custDataLst>
                <p:tags r:id="rId5"/>
              </p:custDataLst>
            </p:nvPr>
          </p:nvSpPr>
          <p:spPr>
            <a:xfrm>
              <a:off x="10960100" y="5207000"/>
              <a:ext cx="1231900" cy="1651000"/>
            </a:xfrm>
            <a:prstGeom prst="triangle">
              <a:avLst>
                <a:gd name="adj" fmla="val 10000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/>
              <a:endParaRPr lang="zh-CN" altLang="en-US" sz="1350">
                <a:ea typeface="微软雅黑" panose="020B0503020204020204" charset="-122"/>
              </a:endParaRPr>
            </a:p>
          </p:txBody>
        </p:sp>
      </p:grpSp>
      <p:grpSp>
        <p:nvGrpSpPr>
          <p:cNvPr id="14" name="组合 13"/>
          <p:cNvGrpSpPr/>
          <p:nvPr userDrawn="1">
            <p:custDataLst>
              <p:tags r:id="rId6"/>
            </p:custDataLst>
          </p:nvPr>
        </p:nvGrpSpPr>
        <p:grpSpPr>
          <a:xfrm rot="5400000">
            <a:off x="332899" y="5699363"/>
            <a:ext cx="553403" cy="687229"/>
            <a:chOff x="10608342" y="5053054"/>
            <a:chExt cx="1583658" cy="1966165"/>
          </a:xfrm>
        </p:grpSpPr>
        <p:sp>
          <p:nvSpPr>
            <p:cNvPr id="16" name="任意多边形: 形状 15"/>
            <p:cNvSpPr/>
            <p:nvPr>
              <p:custDataLst>
                <p:tags r:id="rId7"/>
              </p:custDataLst>
            </p:nvPr>
          </p:nvSpPr>
          <p:spPr>
            <a:xfrm rot="697528">
              <a:off x="10608342" y="5053054"/>
              <a:ext cx="1399913" cy="1966165"/>
            </a:xfrm>
            <a:custGeom>
              <a:avLst/>
              <a:gdLst>
                <a:gd name="connsiteX0" fmla="*/ 1399913 w 1399913"/>
                <a:gd name="connsiteY0" fmla="*/ 0 h 1966165"/>
                <a:gd name="connsiteX1" fmla="*/ 1399913 w 1399913"/>
                <a:gd name="connsiteY1" fmla="*/ 1678156 h 1966165"/>
                <a:gd name="connsiteX2" fmla="*/ 0 w 1399913"/>
                <a:gd name="connsiteY2" fmla="*/ 1966165 h 19661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399913" h="1966165">
                  <a:moveTo>
                    <a:pt x="1399913" y="0"/>
                  </a:moveTo>
                  <a:lnTo>
                    <a:pt x="1399913" y="1678156"/>
                  </a:lnTo>
                  <a:lnTo>
                    <a:pt x="0" y="1966165"/>
                  </a:ln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/>
              <a:endParaRPr lang="zh-CN" altLang="en-US" sz="1350">
                <a:ea typeface="微软雅黑" panose="020B0503020204020204" charset="-122"/>
              </a:endParaRPr>
            </a:p>
          </p:txBody>
        </p:sp>
        <p:sp>
          <p:nvSpPr>
            <p:cNvPr id="17" name="等腰三角形 16"/>
            <p:cNvSpPr/>
            <p:nvPr>
              <p:custDataLst>
                <p:tags r:id="rId8"/>
              </p:custDataLst>
            </p:nvPr>
          </p:nvSpPr>
          <p:spPr>
            <a:xfrm>
              <a:off x="10960100" y="5207000"/>
              <a:ext cx="1231900" cy="1651000"/>
            </a:xfrm>
            <a:prstGeom prst="triangle">
              <a:avLst>
                <a:gd name="adj" fmla="val 10000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/>
              <a:endParaRPr lang="zh-CN" altLang="en-US" sz="1350">
                <a:ea typeface="微软雅黑" panose="020B0503020204020204" charset="-122"/>
              </a:endParaRPr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9"/>
            </p:custDataLst>
          </p:nvPr>
        </p:nvSpPr>
        <p:spPr>
          <a:xfrm>
            <a:off x="961200" y="1339650"/>
            <a:ext cx="7219800" cy="542700"/>
          </a:xfrm>
        </p:spPr>
        <p:txBody>
          <a:bodyPr anchor="ctr"/>
          <a:lstStyle>
            <a:lvl1pPr>
              <a:defRPr sz="2400" b="1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 hasCustomPrompt="1"/>
            <p:custDataLst>
              <p:tags r:id="rId10"/>
            </p:custDataLst>
          </p:nvPr>
        </p:nvSpPr>
        <p:spPr>
          <a:xfrm>
            <a:off x="960835" y="2594250"/>
            <a:ext cx="7219950" cy="2583900"/>
          </a:xfrm>
        </p:spPr>
        <p:txBody>
          <a:bodyPr>
            <a:normAutofit/>
          </a:bodyPr>
          <a:lstStyle>
            <a:lvl1pPr marL="0" indent="0">
              <a:buNone/>
              <a:defRPr sz="1200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/>
              <a:t>单击此处添加文本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1"/>
            </p:custDataLst>
          </p:nvPr>
        </p:nvSpPr>
        <p:spPr>
          <a:xfrm>
            <a:off x="322307" y="6349833"/>
            <a:ext cx="2700000" cy="316800"/>
          </a:xfrm>
        </p:spPr>
        <p:txBody>
          <a:bodyPr/>
          <a:lstStyle>
            <a:lvl1pPr>
              <a:defRPr u="none" strike="noStrike" kern="1200" cap="none" spc="0" normalizeH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>
          <a:xfrm>
            <a:off x="6120450" y="6349833"/>
            <a:ext cx="2700000" cy="316800"/>
          </a:xfrm>
        </p:spPr>
        <p:txBody>
          <a:bodyPr/>
          <a:lstStyle>
            <a:lvl1pPr>
              <a:defRPr u="none" strike="noStrike" kern="1200" cap="none" spc="0" normalizeH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3"/>
            </p:custDataLst>
          </p:nvPr>
        </p:nvSpPr>
        <p:spPr>
          <a:xfrm>
            <a:off x="2592000" y="6349833"/>
            <a:ext cx="3960000" cy="316800"/>
          </a:xfrm>
        </p:spPr>
        <p:txBody>
          <a:bodyPr/>
          <a:lstStyle>
            <a:lvl1pPr>
              <a:defRPr u="none" strike="noStrike" kern="1200" cap="none" spc="0" normalizeH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左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3617595" cy="6858635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 defTabSz="914400"/>
            <a:endParaRPr lang="en-US" altLang="zh-CN" sz="1350" dirty="0"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 userDrawn="1">
            <p:ph type="title" hasCustomPrompt="1"/>
            <p:custDataLst>
              <p:tags r:id="rId3"/>
            </p:custDataLst>
          </p:nvPr>
        </p:nvSpPr>
        <p:spPr>
          <a:xfrm>
            <a:off x="437400" y="880650"/>
            <a:ext cx="2970000" cy="661500"/>
          </a:xfrm>
        </p:spPr>
        <p:txBody>
          <a:bodyPr anchor="ctr">
            <a:normAutofit/>
          </a:bodyPr>
          <a:lstStyle>
            <a:lvl1pPr>
              <a:defRPr sz="2400" b="1" u="none" strike="noStrike" kern="1200" cap="none" spc="0" normalizeH="0" baseline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322307" y="6349833"/>
            <a:ext cx="2700000" cy="316800"/>
          </a:xfrm>
        </p:spPr>
        <p:txBody>
          <a:bodyPr/>
          <a:lstStyle>
            <a:lvl1pPr>
              <a:defRPr u="none" strike="noStrike" kern="1200" cap="none" spc="0" normalizeH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 userDrawn="1">
            <p:ph type="ftr" sz="quarter" idx="11"/>
            <p:custDataLst>
              <p:tags r:id="rId5"/>
            </p:custDataLst>
          </p:nvPr>
        </p:nvSpPr>
        <p:spPr>
          <a:xfrm>
            <a:off x="2592000" y="6349833"/>
            <a:ext cx="3960000" cy="316800"/>
          </a:xfrm>
        </p:spPr>
        <p:txBody>
          <a:bodyPr/>
          <a:lstStyle>
            <a:lvl1pPr>
              <a:defRPr u="none" strike="noStrike" kern="1200" cap="none" spc="0" normalizeH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 userDrawn="1">
            <p:ph type="sldNum" sz="quarter" idx="12"/>
            <p:custDataLst>
              <p:tags r:id="rId6"/>
            </p:custDataLst>
          </p:nvPr>
        </p:nvSpPr>
        <p:spPr>
          <a:xfrm>
            <a:off x="6120450" y="6349833"/>
            <a:ext cx="2700000" cy="316800"/>
          </a:xfrm>
        </p:spPr>
        <p:txBody>
          <a:bodyPr/>
          <a:lstStyle>
            <a:lvl1pPr>
              <a:defRPr u="none" strike="noStrike" kern="1200" cap="none" spc="0" normalizeH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 userDrawn="1">
            <p:ph type="body" sz="quarter" idx="13"/>
            <p:custDataLst>
              <p:tags r:id="rId7"/>
            </p:custDataLst>
          </p:nvPr>
        </p:nvSpPr>
        <p:spPr>
          <a:xfrm>
            <a:off x="440100" y="2275650"/>
            <a:ext cx="2967300" cy="3069900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None/>
              <a:defRPr sz="1200" u="none" strike="noStrike" kern="1200" cap="none" spc="0" normalizeH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marL="342900" indent="0"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None/>
              <a:defRPr sz="1200" u="none" strike="noStrike" kern="1200" cap="none" spc="0" normalizeH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 marL="685800" indent="0"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None/>
              <a:defRPr sz="1200" u="none" strike="noStrike" kern="1200" cap="none" spc="0" normalizeH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 marL="1028700" indent="0"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None/>
              <a:defRPr sz="1200" u="none" strike="noStrike" kern="1200" cap="none" spc="0" normalizeH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 marL="1371600" indent="0"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None/>
              <a:defRPr sz="1200" u="none" strike="noStrike" kern="1200" cap="none" spc="0" normalizeH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 userDrawn="1">
            <p:ph sz="quarter" idx="14"/>
            <p:custDataLst>
              <p:tags r:id="rId8"/>
            </p:custDataLst>
          </p:nvPr>
        </p:nvSpPr>
        <p:spPr>
          <a:xfrm>
            <a:off x="3825900" y="1405930"/>
            <a:ext cx="4860000" cy="3815953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None/>
              <a:defRPr sz="1200" u="none" strike="noStrike" kern="1200" cap="none" spc="0" normalizeH="0" baseline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marL="342900" indent="0"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None/>
              <a:defRPr sz="1200" u="none" strike="noStrike" kern="1200" cap="none" spc="0" normalizeH="0" baseline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 marL="685800" indent="0"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None/>
              <a:defRPr sz="1200" u="none" strike="noStrike" kern="1200" cap="none" spc="0" normalizeH="0" baseline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 marL="1028700" indent="0"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None/>
              <a:defRPr sz="1200" u="none" strike="noStrike" kern="1200" cap="none" spc="0" normalizeH="0" baseline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 marL="1371600" indent="0"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None/>
              <a:defRPr sz="1200" u="none" strike="noStrike" kern="1200" cap="none" spc="0" normalizeH="0" baseline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>
                <a:sym typeface="+mn-ea"/>
              </a:rPr>
              <a:t>第</a:t>
            </a:r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>
                <a:sym typeface="+mn-ea"/>
              </a:rPr>
              <a:t>第</a:t>
            </a:r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>
                <a:sym typeface="+mn-ea"/>
              </a:rPr>
              <a:t>第</a:t>
            </a:r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>
                <a:sym typeface="+mn-ea"/>
              </a:rPr>
              <a:t>第</a:t>
            </a:r>
            <a:r>
              <a:rPr lang="zh-CN" altLang="en-US"/>
              <a:t>五级</a:t>
            </a:r>
            <a:endParaRPr lang="zh-CN" altLang="en-US" dirty="0"/>
          </a:p>
        </p:txBody>
      </p:sp>
      <p:grpSp>
        <p:nvGrpSpPr>
          <p:cNvPr id="11" name="组合 10"/>
          <p:cNvGrpSpPr/>
          <p:nvPr userDrawn="1">
            <p:custDataLst>
              <p:tags r:id="rId9"/>
            </p:custDataLst>
          </p:nvPr>
        </p:nvGrpSpPr>
        <p:grpSpPr>
          <a:xfrm>
            <a:off x="-1" y="0"/>
            <a:ext cx="3617595" cy="769938"/>
            <a:chOff x="-1" y="0"/>
            <a:chExt cx="4823460" cy="769938"/>
          </a:xfrm>
        </p:grpSpPr>
        <p:sp>
          <p:nvSpPr>
            <p:cNvPr id="12" name="任意多边形: 形状 11"/>
            <p:cNvSpPr/>
            <p:nvPr>
              <p:custDataLst>
                <p:tags r:id="rId10"/>
              </p:custDataLst>
            </p:nvPr>
          </p:nvSpPr>
          <p:spPr>
            <a:xfrm rot="10800000">
              <a:off x="0" y="0"/>
              <a:ext cx="4823459" cy="769938"/>
            </a:xfrm>
            <a:custGeom>
              <a:avLst/>
              <a:gdLst>
                <a:gd name="connsiteX0" fmla="*/ 8190402 w 8190402"/>
                <a:gd name="connsiteY0" fmla="*/ 0 h 1244600"/>
                <a:gd name="connsiteX1" fmla="*/ 8190402 w 8190402"/>
                <a:gd name="connsiteY1" fmla="*/ 1155849 h 1244600"/>
                <a:gd name="connsiteX2" fmla="*/ 4203232 w 8190402"/>
                <a:gd name="connsiteY2" fmla="*/ 1244600 h 1244600"/>
                <a:gd name="connsiteX3" fmla="*/ 0 w 8190402"/>
                <a:gd name="connsiteY3" fmla="*/ 1244600 h 1244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190402" h="1244600">
                  <a:moveTo>
                    <a:pt x="8190402" y="0"/>
                  </a:moveTo>
                  <a:lnTo>
                    <a:pt x="8190402" y="1155849"/>
                  </a:lnTo>
                  <a:lnTo>
                    <a:pt x="4203232" y="1244600"/>
                  </a:lnTo>
                  <a:lnTo>
                    <a:pt x="0" y="1244600"/>
                  </a:lnTo>
                  <a:close/>
                </a:path>
              </a:pathLst>
            </a:custGeom>
            <a:solidFill>
              <a:schemeClr val="accent1">
                <a:lumMod val="40000"/>
                <a:lumOff val="60000"/>
                <a:alpha val="4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/>
              <a:endParaRPr lang="zh-CN" altLang="en-US" sz="1350" dirty="0">
                <a:ea typeface="微软雅黑" panose="020B0503020204020204" charset="-122"/>
              </a:endParaRPr>
            </a:p>
          </p:txBody>
        </p:sp>
        <p:sp>
          <p:nvSpPr>
            <p:cNvPr id="14" name="等腰三角形 13"/>
            <p:cNvSpPr/>
            <p:nvPr>
              <p:custDataLst>
                <p:tags r:id="rId11"/>
              </p:custDataLst>
            </p:nvPr>
          </p:nvSpPr>
          <p:spPr>
            <a:xfrm rot="10800000">
              <a:off x="-1" y="0"/>
              <a:ext cx="3754576" cy="562171"/>
            </a:xfrm>
            <a:prstGeom prst="triangle">
              <a:avLst>
                <a:gd name="adj" fmla="val 10000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/>
              <a:endParaRPr lang="zh-CN" altLang="en-US" sz="1350" dirty="0">
                <a:solidFill>
                  <a:schemeClr val="tx1">
                    <a:lumMod val="85000"/>
                    <a:lumOff val="15000"/>
                  </a:schemeClr>
                </a:solidFill>
                <a:ea typeface="微软雅黑" panose="020B0503020204020204" charset="-122"/>
              </a:endParaRPr>
            </a:p>
          </p:txBody>
        </p: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上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9144000" cy="2664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 defTabSz="914400"/>
            <a:endParaRPr lang="en-US" altLang="zh-CN" sz="1350"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 userDrawn="1">
            <p:ph type="title"/>
            <p:custDataLst>
              <p:tags r:id="rId3"/>
            </p:custDataLst>
          </p:nvPr>
        </p:nvSpPr>
        <p:spPr>
          <a:xfrm>
            <a:off x="459000" y="859500"/>
            <a:ext cx="8232300" cy="469800"/>
          </a:xfrm>
        </p:spPr>
        <p:txBody>
          <a:bodyPr anchor="ctr"/>
          <a:lstStyle>
            <a:lvl1pPr algn="ctr">
              <a:defRPr sz="2700" b="1" u="none" strike="noStrike" kern="1200" cap="none" spc="0" normalizeH="0" baseline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 userDrawn="1">
            <p:ph type="dt" sz="half" idx="10"/>
            <p:custDataLst>
              <p:tags r:id="rId4"/>
            </p:custDataLst>
          </p:nvPr>
        </p:nvSpPr>
        <p:spPr>
          <a:xfrm>
            <a:off x="322307" y="6349833"/>
            <a:ext cx="2700000" cy="316800"/>
          </a:xfrm>
        </p:spPr>
        <p:txBody>
          <a:bodyPr/>
          <a:lstStyle>
            <a:lvl1pPr>
              <a:defRPr u="none" strike="noStrike" kern="1200" cap="none" spc="0" normalizeH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 userDrawn="1">
            <p:ph type="ftr" sz="quarter" idx="11"/>
            <p:custDataLst>
              <p:tags r:id="rId5"/>
            </p:custDataLst>
          </p:nvPr>
        </p:nvSpPr>
        <p:spPr>
          <a:xfrm>
            <a:off x="2592000" y="6349833"/>
            <a:ext cx="3960000" cy="316800"/>
          </a:xfrm>
        </p:spPr>
        <p:txBody>
          <a:bodyPr/>
          <a:lstStyle>
            <a:lvl1pPr>
              <a:defRPr u="none" strike="noStrike" kern="1200" cap="none" spc="0" normalizeH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 userDrawn="1">
            <p:ph type="sldNum" sz="quarter" idx="12"/>
            <p:custDataLst>
              <p:tags r:id="rId6"/>
            </p:custDataLst>
          </p:nvPr>
        </p:nvSpPr>
        <p:spPr>
          <a:xfrm>
            <a:off x="6120450" y="6349833"/>
            <a:ext cx="2700000" cy="316800"/>
          </a:xfrm>
        </p:spPr>
        <p:txBody>
          <a:bodyPr/>
          <a:lstStyle>
            <a:lvl1pPr>
              <a:defRPr u="none" strike="noStrike" kern="1200" cap="none" spc="0" normalizeH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 userDrawn="1">
            <p:ph type="body" sz="quarter" idx="13"/>
            <p:custDataLst>
              <p:tags r:id="rId7"/>
            </p:custDataLst>
          </p:nvPr>
        </p:nvSpPr>
        <p:spPr>
          <a:xfrm>
            <a:off x="459000" y="1763100"/>
            <a:ext cx="8231981" cy="621000"/>
          </a:xfrm>
        </p:spPr>
        <p:txBody>
          <a:bodyPr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  <a:defRPr sz="1200" u="none" strike="noStrike" kern="1200" cap="none" spc="0" normalizeH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 userDrawn="1">
            <p:ph sz="quarter" idx="14"/>
            <p:custDataLst>
              <p:tags r:id="rId8"/>
            </p:custDataLst>
          </p:nvPr>
        </p:nvSpPr>
        <p:spPr>
          <a:xfrm>
            <a:off x="459581" y="3236850"/>
            <a:ext cx="8224200" cy="2573100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Aft>
                <a:spcPts val="1000"/>
              </a:spcAft>
              <a:buNone/>
              <a:defRPr sz="1200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marL="342900" indent="0">
              <a:lnSpc>
                <a:spcPct val="130000"/>
              </a:lnSpc>
              <a:spcAft>
                <a:spcPts val="1000"/>
              </a:spcAft>
              <a:buNone/>
              <a:defRPr sz="1200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 marL="685800" indent="0">
              <a:lnSpc>
                <a:spcPct val="130000"/>
              </a:lnSpc>
              <a:spcAft>
                <a:spcPts val="1000"/>
              </a:spcAft>
              <a:buNone/>
              <a:defRPr sz="1200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 marL="1028700" indent="0">
              <a:lnSpc>
                <a:spcPct val="130000"/>
              </a:lnSpc>
              <a:spcAft>
                <a:spcPts val="1000"/>
              </a:spcAft>
              <a:buNone/>
              <a:defRPr sz="1200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 marL="1371600" indent="0">
              <a:lnSpc>
                <a:spcPct val="130000"/>
              </a:lnSpc>
              <a:spcAft>
                <a:spcPts val="1000"/>
              </a:spcAft>
              <a:buNone/>
              <a:defRPr sz="1200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grpSp>
        <p:nvGrpSpPr>
          <p:cNvPr id="12" name="组合 11"/>
          <p:cNvGrpSpPr/>
          <p:nvPr userDrawn="1">
            <p:custDataLst>
              <p:tags r:id="rId9"/>
            </p:custDataLst>
          </p:nvPr>
        </p:nvGrpSpPr>
        <p:grpSpPr>
          <a:xfrm flipV="1">
            <a:off x="4441372" y="0"/>
            <a:ext cx="4702628" cy="812800"/>
            <a:chOff x="4001597" y="5613400"/>
            <a:chExt cx="8190403" cy="1244600"/>
          </a:xfrm>
        </p:grpSpPr>
        <p:sp>
          <p:nvSpPr>
            <p:cNvPr id="14" name="任意多边形: 形状 13"/>
            <p:cNvSpPr/>
            <p:nvPr>
              <p:custDataLst>
                <p:tags r:id="rId10"/>
              </p:custDataLst>
            </p:nvPr>
          </p:nvSpPr>
          <p:spPr>
            <a:xfrm>
              <a:off x="4001597" y="5613400"/>
              <a:ext cx="8190402" cy="1244600"/>
            </a:xfrm>
            <a:custGeom>
              <a:avLst/>
              <a:gdLst>
                <a:gd name="connsiteX0" fmla="*/ 8190402 w 8190402"/>
                <a:gd name="connsiteY0" fmla="*/ 0 h 1244600"/>
                <a:gd name="connsiteX1" fmla="*/ 8190402 w 8190402"/>
                <a:gd name="connsiteY1" fmla="*/ 1155849 h 1244600"/>
                <a:gd name="connsiteX2" fmla="*/ 4203232 w 8190402"/>
                <a:gd name="connsiteY2" fmla="*/ 1244600 h 1244600"/>
                <a:gd name="connsiteX3" fmla="*/ 0 w 8190402"/>
                <a:gd name="connsiteY3" fmla="*/ 1244600 h 1244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190402" h="1244600">
                  <a:moveTo>
                    <a:pt x="8190402" y="0"/>
                  </a:moveTo>
                  <a:lnTo>
                    <a:pt x="8190402" y="1155849"/>
                  </a:lnTo>
                  <a:lnTo>
                    <a:pt x="4203232" y="1244600"/>
                  </a:lnTo>
                  <a:lnTo>
                    <a:pt x="0" y="1244600"/>
                  </a:ln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/>
              <a:endParaRPr lang="zh-CN" altLang="en-US" sz="1350">
                <a:ea typeface="微软雅黑" panose="020B0503020204020204" charset="-122"/>
              </a:endParaRPr>
            </a:p>
          </p:txBody>
        </p:sp>
        <p:sp>
          <p:nvSpPr>
            <p:cNvPr id="15" name="等腰三角形 14"/>
            <p:cNvSpPr/>
            <p:nvPr>
              <p:custDataLst>
                <p:tags r:id="rId11"/>
              </p:custDataLst>
            </p:nvPr>
          </p:nvSpPr>
          <p:spPr>
            <a:xfrm>
              <a:off x="5816600" y="5949254"/>
              <a:ext cx="6375400" cy="908746"/>
            </a:xfrm>
            <a:prstGeom prst="triangle">
              <a:avLst>
                <a:gd name="adj" fmla="val 10000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/>
              <a:endParaRPr lang="zh-CN" altLang="en-US" sz="1350">
                <a:ea typeface="微软雅黑" panose="020B0503020204020204" charset="-122"/>
              </a:endParaRPr>
            </a:p>
          </p:txBody>
        </p: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下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组合 11"/>
          <p:cNvGrpSpPr/>
          <p:nvPr userDrawn="1">
            <p:custDataLst>
              <p:tags r:id="rId2"/>
            </p:custDataLst>
          </p:nvPr>
        </p:nvGrpSpPr>
        <p:grpSpPr>
          <a:xfrm flipV="1">
            <a:off x="4441372" y="0"/>
            <a:ext cx="4702628" cy="812800"/>
            <a:chOff x="4001597" y="5613400"/>
            <a:chExt cx="8190403" cy="1244600"/>
          </a:xfrm>
        </p:grpSpPr>
        <p:sp>
          <p:nvSpPr>
            <p:cNvPr id="14" name="任意多边形: 形状 13"/>
            <p:cNvSpPr/>
            <p:nvPr>
              <p:custDataLst>
                <p:tags r:id="rId3"/>
              </p:custDataLst>
            </p:nvPr>
          </p:nvSpPr>
          <p:spPr>
            <a:xfrm>
              <a:off x="4001597" y="5613400"/>
              <a:ext cx="8190402" cy="1244600"/>
            </a:xfrm>
            <a:custGeom>
              <a:avLst/>
              <a:gdLst>
                <a:gd name="connsiteX0" fmla="*/ 8190402 w 8190402"/>
                <a:gd name="connsiteY0" fmla="*/ 0 h 1244600"/>
                <a:gd name="connsiteX1" fmla="*/ 8190402 w 8190402"/>
                <a:gd name="connsiteY1" fmla="*/ 1155849 h 1244600"/>
                <a:gd name="connsiteX2" fmla="*/ 4203232 w 8190402"/>
                <a:gd name="connsiteY2" fmla="*/ 1244600 h 1244600"/>
                <a:gd name="connsiteX3" fmla="*/ 0 w 8190402"/>
                <a:gd name="connsiteY3" fmla="*/ 1244600 h 1244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190402" h="1244600">
                  <a:moveTo>
                    <a:pt x="8190402" y="0"/>
                  </a:moveTo>
                  <a:lnTo>
                    <a:pt x="8190402" y="1155849"/>
                  </a:lnTo>
                  <a:lnTo>
                    <a:pt x="4203232" y="1244600"/>
                  </a:lnTo>
                  <a:lnTo>
                    <a:pt x="0" y="1244600"/>
                  </a:ln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/>
              <a:endParaRPr lang="zh-CN" altLang="en-US" sz="1350">
                <a:latin typeface="Arial" panose="020B0604020202020204" pitchFamily="34" charset="0"/>
                <a:ea typeface="微软雅黑" panose="020B0503020204020204" charset="-122"/>
              </a:endParaRPr>
            </a:p>
          </p:txBody>
        </p:sp>
        <p:sp>
          <p:nvSpPr>
            <p:cNvPr id="15" name="等腰三角形 14"/>
            <p:cNvSpPr/>
            <p:nvPr>
              <p:custDataLst>
                <p:tags r:id="rId4"/>
              </p:custDataLst>
            </p:nvPr>
          </p:nvSpPr>
          <p:spPr>
            <a:xfrm>
              <a:off x="5816600" y="5949254"/>
              <a:ext cx="6375400" cy="908746"/>
            </a:xfrm>
            <a:prstGeom prst="triangle">
              <a:avLst>
                <a:gd name="adj" fmla="val 10000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/>
              <a:endParaRPr lang="zh-CN" altLang="en-US" sz="1350">
                <a:ea typeface="微软雅黑" panose="020B0503020204020204" charset="-122"/>
              </a:endParaRPr>
            </a:p>
          </p:txBody>
        </p:sp>
      </p:grpSp>
      <p:sp>
        <p:nvSpPr>
          <p:cNvPr id="13" name="矩形 12"/>
          <p:cNvSpPr/>
          <p:nvPr userDrawn="1">
            <p:custDataLst>
              <p:tags r:id="rId5"/>
            </p:custDataLst>
          </p:nvPr>
        </p:nvSpPr>
        <p:spPr>
          <a:xfrm>
            <a:off x="0" y="5041901"/>
            <a:ext cx="9144000" cy="1828799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 defTabSz="914400"/>
            <a:endParaRPr lang="en-US" altLang="zh-CN" sz="1350">
              <a:ea typeface="微软雅黑" panose="020B0503020204020204" charset="-122"/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 userDrawn="1">
            <p:ph type="title"/>
            <p:custDataLst>
              <p:tags r:id="rId6"/>
            </p:custDataLst>
          </p:nvPr>
        </p:nvSpPr>
        <p:spPr>
          <a:xfrm>
            <a:off x="453390" y="739934"/>
            <a:ext cx="8232458" cy="423863"/>
          </a:xfrm>
        </p:spPr>
        <p:txBody>
          <a:bodyPr anchor="ctr"/>
          <a:lstStyle>
            <a:lvl1pPr algn="ctr">
              <a:lnSpc>
                <a:spcPct val="100000"/>
              </a:lnSpc>
              <a:defRPr sz="2400" b="1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 userDrawn="1">
            <p:ph type="dt" sz="half" idx="10"/>
            <p:custDataLst>
              <p:tags r:id="rId7"/>
            </p:custDataLst>
          </p:nvPr>
        </p:nvSpPr>
        <p:spPr>
          <a:xfrm>
            <a:off x="322307" y="6349833"/>
            <a:ext cx="2700000" cy="316800"/>
          </a:xfrm>
        </p:spPr>
        <p:txBody>
          <a:bodyPr/>
          <a:lstStyle>
            <a:lvl1pPr>
              <a:defRPr u="none" strike="noStrike" kern="1200" cap="none" spc="0" normalizeH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 userDrawn="1">
            <p:ph type="ftr" sz="quarter" idx="11"/>
            <p:custDataLst>
              <p:tags r:id="rId8"/>
            </p:custDataLst>
          </p:nvPr>
        </p:nvSpPr>
        <p:spPr>
          <a:xfrm>
            <a:off x="2592000" y="6349833"/>
            <a:ext cx="3960000" cy="316800"/>
          </a:xfrm>
        </p:spPr>
        <p:txBody>
          <a:bodyPr/>
          <a:lstStyle>
            <a:lvl1pPr>
              <a:defRPr u="none" strike="noStrike" kern="1200" cap="none" spc="0" normalizeH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 userDrawn="1">
            <p:ph type="sldNum" sz="quarter" idx="12"/>
            <p:custDataLst>
              <p:tags r:id="rId9"/>
            </p:custDataLst>
          </p:nvPr>
        </p:nvSpPr>
        <p:spPr>
          <a:xfrm>
            <a:off x="6120450" y="6349833"/>
            <a:ext cx="2700000" cy="316800"/>
          </a:xfrm>
        </p:spPr>
        <p:txBody>
          <a:bodyPr/>
          <a:lstStyle>
            <a:lvl1pPr>
              <a:defRPr u="none" strike="noStrike" kern="1200" cap="none" spc="0" normalizeH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 userDrawn="1">
            <p:ph sz="quarter" idx="13"/>
            <p:custDataLst>
              <p:tags r:id="rId10"/>
            </p:custDataLst>
          </p:nvPr>
        </p:nvSpPr>
        <p:spPr>
          <a:xfrm>
            <a:off x="453628" y="2082600"/>
            <a:ext cx="8243100" cy="2408400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None/>
              <a:defRPr sz="1200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marL="342900" indent="0"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None/>
              <a:defRPr sz="1200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 marL="685800" indent="0"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None/>
              <a:defRPr sz="1200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 marL="1028700" indent="0"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None/>
              <a:defRPr sz="1200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 marL="1371600" indent="0"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None/>
              <a:defRPr sz="1200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9" name="文本占位符 8"/>
          <p:cNvSpPr>
            <a:spLocks noGrp="1"/>
          </p:cNvSpPr>
          <p:nvPr userDrawn="1">
            <p:ph type="body" sz="quarter" idx="14"/>
            <p:custDataLst>
              <p:tags r:id="rId11"/>
            </p:custDataLst>
          </p:nvPr>
        </p:nvSpPr>
        <p:spPr>
          <a:xfrm>
            <a:off x="445500" y="5306850"/>
            <a:ext cx="8251200" cy="758700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sz="1200" u="none" strike="noStrike" kern="1200" cap="none" spc="0" normalizeH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导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组合 15"/>
          <p:cNvGrpSpPr/>
          <p:nvPr userDrawn="1">
            <p:custDataLst>
              <p:tags r:id="rId2"/>
            </p:custDataLst>
          </p:nvPr>
        </p:nvGrpSpPr>
        <p:grpSpPr>
          <a:xfrm>
            <a:off x="3001198" y="6045200"/>
            <a:ext cx="6142802" cy="812800"/>
            <a:chOff x="4001597" y="5613400"/>
            <a:chExt cx="8190403" cy="1244600"/>
          </a:xfrm>
        </p:grpSpPr>
        <p:sp>
          <p:nvSpPr>
            <p:cNvPr id="17" name="任意多边形: 形状 16"/>
            <p:cNvSpPr/>
            <p:nvPr>
              <p:custDataLst>
                <p:tags r:id="rId3"/>
              </p:custDataLst>
            </p:nvPr>
          </p:nvSpPr>
          <p:spPr>
            <a:xfrm>
              <a:off x="4001597" y="5613400"/>
              <a:ext cx="8190402" cy="1244600"/>
            </a:xfrm>
            <a:custGeom>
              <a:avLst/>
              <a:gdLst>
                <a:gd name="connsiteX0" fmla="*/ 8190402 w 8190402"/>
                <a:gd name="connsiteY0" fmla="*/ 0 h 1244600"/>
                <a:gd name="connsiteX1" fmla="*/ 8190402 w 8190402"/>
                <a:gd name="connsiteY1" fmla="*/ 1155849 h 1244600"/>
                <a:gd name="connsiteX2" fmla="*/ 4203232 w 8190402"/>
                <a:gd name="connsiteY2" fmla="*/ 1244600 h 1244600"/>
                <a:gd name="connsiteX3" fmla="*/ 0 w 8190402"/>
                <a:gd name="connsiteY3" fmla="*/ 1244600 h 1244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190402" h="1244600">
                  <a:moveTo>
                    <a:pt x="8190402" y="0"/>
                  </a:moveTo>
                  <a:lnTo>
                    <a:pt x="8190402" y="1155849"/>
                  </a:lnTo>
                  <a:lnTo>
                    <a:pt x="4203232" y="1244600"/>
                  </a:lnTo>
                  <a:lnTo>
                    <a:pt x="0" y="1244600"/>
                  </a:ln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/>
              <a:endParaRPr lang="zh-CN" altLang="en-US" sz="1350">
                <a:latin typeface="Arial" panose="020B0604020202020204" pitchFamily="34" charset="0"/>
                <a:ea typeface="微软雅黑" panose="020B0503020204020204" charset="-122"/>
              </a:endParaRPr>
            </a:p>
          </p:txBody>
        </p:sp>
        <p:sp>
          <p:nvSpPr>
            <p:cNvPr id="18" name="等腰三角形 17"/>
            <p:cNvSpPr/>
            <p:nvPr>
              <p:custDataLst>
                <p:tags r:id="rId4"/>
              </p:custDataLst>
            </p:nvPr>
          </p:nvSpPr>
          <p:spPr>
            <a:xfrm>
              <a:off x="5816600" y="5949254"/>
              <a:ext cx="6375400" cy="908746"/>
            </a:xfrm>
            <a:prstGeom prst="triangle">
              <a:avLst>
                <a:gd name="adj" fmla="val 10000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/>
              <a:endParaRPr lang="zh-CN" altLang="en-US" sz="1350" dirty="0">
                <a:ea typeface="微软雅黑" panose="020B0503020204020204" charset="-122"/>
              </a:endParaRPr>
            </a:p>
          </p:txBody>
        </p:sp>
      </p:grpSp>
      <p:sp>
        <p:nvSpPr>
          <p:cNvPr id="15" name="矩形 14"/>
          <p:cNvSpPr/>
          <p:nvPr userDrawn="1">
            <p:custDataLst>
              <p:tags r:id="rId5"/>
            </p:custDataLst>
          </p:nvPr>
        </p:nvSpPr>
        <p:spPr>
          <a:xfrm>
            <a:off x="0" y="0"/>
            <a:ext cx="9144000" cy="914407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 defTabSz="914400">
              <a:buClrTx/>
              <a:buSzTx/>
              <a:buFontTx/>
            </a:pPr>
            <a:endParaRPr lang="en-US" altLang="zh-CN" sz="1350">
              <a:solidFill>
                <a:schemeClr val="bg1"/>
              </a:solidFill>
              <a:latin typeface="Viner Hand ITC" panose="03070502030502020203" charset="0"/>
              <a:ea typeface="微软雅黑" panose="020B0503020204020204" charset="-122"/>
              <a:cs typeface="Viner Hand ITC" panose="03070502030502020203" charset="0"/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>
          <a:xfrm>
            <a:off x="434700" y="292846"/>
            <a:ext cx="8278200" cy="331473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800" b="1" u="none" strike="noStrike" kern="1200" cap="none" spc="0" normalizeH="0" baseline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7"/>
            </p:custDataLst>
          </p:nvPr>
        </p:nvSpPr>
        <p:spPr>
          <a:xfrm>
            <a:off x="434700" y="2025000"/>
            <a:ext cx="4006800" cy="2170800"/>
          </a:xfrm>
        </p:spPr>
        <p:txBody>
          <a:bodyPr/>
          <a:lstStyle>
            <a:lvl1pPr marL="0" indent="0">
              <a:lnSpc>
                <a:spcPct val="130000"/>
              </a:lnSpc>
              <a:spcAft>
                <a:spcPts val="1000"/>
              </a:spcAft>
              <a:buNone/>
              <a:defRPr sz="1200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  <a:lvl2pPr marL="342900" indent="0">
              <a:lnSpc>
                <a:spcPct val="130000"/>
              </a:lnSpc>
              <a:spcAft>
                <a:spcPts val="1000"/>
              </a:spcAft>
              <a:buNone/>
              <a:defRPr sz="1200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2pPr>
            <a:lvl3pPr marL="685800" indent="0">
              <a:lnSpc>
                <a:spcPct val="130000"/>
              </a:lnSpc>
              <a:spcAft>
                <a:spcPts val="1000"/>
              </a:spcAft>
              <a:buNone/>
              <a:defRPr sz="1200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3pPr>
            <a:lvl4pPr marL="1028700" indent="0">
              <a:lnSpc>
                <a:spcPct val="130000"/>
              </a:lnSpc>
              <a:spcAft>
                <a:spcPts val="1000"/>
              </a:spcAft>
              <a:buNone/>
              <a:defRPr sz="1200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4pPr>
            <a:lvl5pPr marL="1371600" indent="0">
              <a:lnSpc>
                <a:spcPct val="130000"/>
              </a:lnSpc>
              <a:spcAft>
                <a:spcPts val="1000"/>
              </a:spcAft>
              <a:buNone/>
              <a:defRPr sz="1200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8"/>
            </p:custDataLst>
          </p:nvPr>
        </p:nvSpPr>
        <p:spPr>
          <a:xfrm>
            <a:off x="322307" y="6349833"/>
            <a:ext cx="2700000" cy="316800"/>
          </a:xfrm>
        </p:spPr>
        <p:txBody>
          <a:bodyPr/>
          <a:lstStyle>
            <a:lvl1pPr>
              <a:defRPr u="none" strike="noStrike" kern="1200" cap="none" spc="0" normalizeH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9"/>
            </p:custDataLst>
          </p:nvPr>
        </p:nvSpPr>
        <p:spPr>
          <a:xfrm>
            <a:off x="2592000" y="6349833"/>
            <a:ext cx="3960000" cy="316800"/>
          </a:xfrm>
        </p:spPr>
        <p:txBody>
          <a:bodyPr/>
          <a:lstStyle>
            <a:lvl1pPr>
              <a:defRPr u="none" strike="noStrike" kern="1200" cap="none" spc="0" normalizeH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0"/>
            </p:custDataLst>
          </p:nvPr>
        </p:nvSpPr>
        <p:spPr>
          <a:xfrm>
            <a:off x="6120450" y="6349833"/>
            <a:ext cx="2700000" cy="316800"/>
          </a:xfrm>
        </p:spPr>
        <p:txBody>
          <a:bodyPr/>
          <a:lstStyle>
            <a:lvl1pPr>
              <a:defRPr u="none" strike="noStrike" kern="1200" cap="none" spc="0" normalizeH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1"/>
            </p:custDataLst>
          </p:nvPr>
        </p:nvSpPr>
        <p:spPr>
          <a:xfrm>
            <a:off x="4681800" y="2025000"/>
            <a:ext cx="4025700" cy="2170800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Aft>
                <a:spcPts val="1000"/>
              </a:spcAft>
              <a:buNone/>
              <a:defRPr sz="1200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  <a:lvl2pPr marL="342900" indent="0">
              <a:lnSpc>
                <a:spcPct val="130000"/>
              </a:lnSpc>
              <a:spcAft>
                <a:spcPts val="1000"/>
              </a:spcAft>
              <a:buNone/>
              <a:defRPr sz="1200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2pPr>
            <a:lvl3pPr marL="685800" indent="0">
              <a:lnSpc>
                <a:spcPct val="130000"/>
              </a:lnSpc>
              <a:spcAft>
                <a:spcPts val="1000"/>
              </a:spcAft>
              <a:buNone/>
              <a:defRPr sz="1200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3pPr>
            <a:lvl4pPr marL="1028700" indent="0">
              <a:lnSpc>
                <a:spcPct val="130000"/>
              </a:lnSpc>
              <a:spcAft>
                <a:spcPts val="1000"/>
              </a:spcAft>
              <a:buNone/>
              <a:defRPr sz="1200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4pPr>
            <a:lvl5pPr marL="1371600" indent="0">
              <a:lnSpc>
                <a:spcPct val="130000"/>
              </a:lnSpc>
              <a:spcAft>
                <a:spcPts val="1000"/>
              </a:spcAft>
              <a:buNone/>
              <a:defRPr sz="1200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5"/>
            <p:custDataLst>
              <p:tags r:id="rId12"/>
            </p:custDataLst>
          </p:nvPr>
        </p:nvSpPr>
        <p:spPr>
          <a:xfrm>
            <a:off x="429300" y="4914450"/>
            <a:ext cx="4006800" cy="585900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  <a:defRPr sz="1200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6"/>
            <p:custDataLst>
              <p:tags r:id="rId13"/>
            </p:custDataLst>
          </p:nvPr>
        </p:nvSpPr>
        <p:spPr>
          <a:xfrm>
            <a:off x="4689900" y="4910850"/>
            <a:ext cx="4025700" cy="585900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  <a:defRPr sz="1200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腰带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 userDrawn="1">
            <p:custDataLst>
              <p:tags r:id="rId2"/>
            </p:custDataLst>
          </p:nvPr>
        </p:nvSpPr>
        <p:spPr>
          <a:xfrm>
            <a:off x="0" y="1576668"/>
            <a:ext cx="9144000" cy="3704665"/>
          </a:xfrm>
          <a:prstGeom prst="rect">
            <a:avLst/>
          </a:pr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 defTabSz="914400"/>
            <a:endParaRPr lang="en-US" altLang="zh-CN" sz="1350"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</p:txBody>
      </p:sp>
      <p:grpSp>
        <p:nvGrpSpPr>
          <p:cNvPr id="15" name="组合 14"/>
          <p:cNvGrpSpPr/>
          <p:nvPr userDrawn="1">
            <p:custDataLst>
              <p:tags r:id="rId3"/>
            </p:custDataLst>
          </p:nvPr>
        </p:nvGrpSpPr>
        <p:grpSpPr>
          <a:xfrm rot="10800000">
            <a:off x="0" y="0"/>
            <a:ext cx="4093369" cy="1529715"/>
            <a:chOff x="4001597" y="5613400"/>
            <a:chExt cx="8190403" cy="1244600"/>
          </a:xfrm>
        </p:grpSpPr>
        <p:sp>
          <p:nvSpPr>
            <p:cNvPr id="16" name="任意多边形: 形状 15"/>
            <p:cNvSpPr/>
            <p:nvPr>
              <p:custDataLst>
                <p:tags r:id="rId4"/>
              </p:custDataLst>
            </p:nvPr>
          </p:nvSpPr>
          <p:spPr>
            <a:xfrm>
              <a:off x="4001597" y="5613400"/>
              <a:ext cx="8190402" cy="1244600"/>
            </a:xfrm>
            <a:custGeom>
              <a:avLst/>
              <a:gdLst>
                <a:gd name="connsiteX0" fmla="*/ 8190402 w 8190402"/>
                <a:gd name="connsiteY0" fmla="*/ 0 h 1244600"/>
                <a:gd name="connsiteX1" fmla="*/ 8190402 w 8190402"/>
                <a:gd name="connsiteY1" fmla="*/ 1155849 h 1244600"/>
                <a:gd name="connsiteX2" fmla="*/ 4203232 w 8190402"/>
                <a:gd name="connsiteY2" fmla="*/ 1244600 h 1244600"/>
                <a:gd name="connsiteX3" fmla="*/ 0 w 8190402"/>
                <a:gd name="connsiteY3" fmla="*/ 1244600 h 1244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190402" h="1244600">
                  <a:moveTo>
                    <a:pt x="8190402" y="0"/>
                  </a:moveTo>
                  <a:lnTo>
                    <a:pt x="8190402" y="1155849"/>
                  </a:lnTo>
                  <a:lnTo>
                    <a:pt x="4203232" y="1244600"/>
                  </a:lnTo>
                  <a:lnTo>
                    <a:pt x="0" y="1244600"/>
                  </a:ln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/>
              <a:endParaRPr lang="zh-CN" altLang="en-US" sz="1350">
                <a:ea typeface="微软雅黑" panose="020B0503020204020204" charset="-122"/>
              </a:endParaRPr>
            </a:p>
          </p:txBody>
        </p:sp>
        <p:sp>
          <p:nvSpPr>
            <p:cNvPr id="17" name="等腰三角形 16"/>
            <p:cNvSpPr/>
            <p:nvPr>
              <p:custDataLst>
                <p:tags r:id="rId5"/>
              </p:custDataLst>
            </p:nvPr>
          </p:nvSpPr>
          <p:spPr>
            <a:xfrm>
              <a:off x="5816600" y="5949254"/>
              <a:ext cx="6375400" cy="908746"/>
            </a:xfrm>
            <a:prstGeom prst="triangle">
              <a:avLst>
                <a:gd name="adj" fmla="val 10000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/>
              <a:endParaRPr lang="zh-CN" altLang="en-US" sz="1350" dirty="0">
                <a:ea typeface="微软雅黑" panose="020B0503020204020204" charset="-122"/>
              </a:endParaRPr>
            </a:p>
          </p:txBody>
        </p:sp>
      </p:grpSp>
      <p:grpSp>
        <p:nvGrpSpPr>
          <p:cNvPr id="18" name="组合 17"/>
          <p:cNvGrpSpPr/>
          <p:nvPr userDrawn="1">
            <p:custDataLst>
              <p:tags r:id="rId6"/>
            </p:custDataLst>
          </p:nvPr>
        </p:nvGrpSpPr>
        <p:grpSpPr>
          <a:xfrm>
            <a:off x="5050631" y="5323840"/>
            <a:ext cx="4093369" cy="1529715"/>
            <a:chOff x="4001597" y="5613400"/>
            <a:chExt cx="8190403" cy="1244600"/>
          </a:xfrm>
        </p:grpSpPr>
        <p:sp>
          <p:nvSpPr>
            <p:cNvPr id="19" name="任意多边形: 形状 18"/>
            <p:cNvSpPr/>
            <p:nvPr>
              <p:custDataLst>
                <p:tags r:id="rId7"/>
              </p:custDataLst>
            </p:nvPr>
          </p:nvSpPr>
          <p:spPr>
            <a:xfrm>
              <a:off x="4001597" y="5613400"/>
              <a:ext cx="8190402" cy="1244600"/>
            </a:xfrm>
            <a:custGeom>
              <a:avLst/>
              <a:gdLst>
                <a:gd name="connsiteX0" fmla="*/ 8190402 w 8190402"/>
                <a:gd name="connsiteY0" fmla="*/ 0 h 1244600"/>
                <a:gd name="connsiteX1" fmla="*/ 8190402 w 8190402"/>
                <a:gd name="connsiteY1" fmla="*/ 1155849 h 1244600"/>
                <a:gd name="connsiteX2" fmla="*/ 4203232 w 8190402"/>
                <a:gd name="connsiteY2" fmla="*/ 1244600 h 1244600"/>
                <a:gd name="connsiteX3" fmla="*/ 0 w 8190402"/>
                <a:gd name="connsiteY3" fmla="*/ 1244600 h 1244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190402" h="1244600">
                  <a:moveTo>
                    <a:pt x="8190402" y="0"/>
                  </a:moveTo>
                  <a:lnTo>
                    <a:pt x="8190402" y="1155849"/>
                  </a:lnTo>
                  <a:lnTo>
                    <a:pt x="4203232" y="1244600"/>
                  </a:lnTo>
                  <a:lnTo>
                    <a:pt x="0" y="1244600"/>
                  </a:ln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/>
              <a:endParaRPr lang="zh-CN" altLang="en-US" sz="1350" dirty="0">
                <a:ea typeface="微软雅黑" panose="020B0503020204020204" charset="-122"/>
              </a:endParaRPr>
            </a:p>
          </p:txBody>
        </p:sp>
        <p:sp>
          <p:nvSpPr>
            <p:cNvPr id="20" name="等腰三角形 19"/>
            <p:cNvSpPr/>
            <p:nvPr>
              <p:custDataLst>
                <p:tags r:id="rId8"/>
              </p:custDataLst>
            </p:nvPr>
          </p:nvSpPr>
          <p:spPr>
            <a:xfrm>
              <a:off x="5816600" y="5949254"/>
              <a:ext cx="6375400" cy="908746"/>
            </a:xfrm>
            <a:prstGeom prst="triangle">
              <a:avLst>
                <a:gd name="adj" fmla="val 10000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/>
              <a:endParaRPr lang="zh-CN" altLang="en-US" sz="1350">
                <a:ea typeface="微软雅黑" panose="020B0503020204020204" charset="-122"/>
              </a:endParaRPr>
            </a:p>
          </p:txBody>
        </p:sp>
      </p:grpSp>
      <p:sp>
        <p:nvSpPr>
          <p:cNvPr id="2" name="标题 1"/>
          <p:cNvSpPr>
            <a:spLocks noGrp="1"/>
          </p:cNvSpPr>
          <p:nvPr userDrawn="1">
            <p:ph type="title" hasCustomPrompt="1"/>
            <p:custDataLst>
              <p:tags r:id="rId9"/>
            </p:custDataLst>
          </p:nvPr>
        </p:nvSpPr>
        <p:spPr>
          <a:xfrm>
            <a:off x="1142100" y="1637550"/>
            <a:ext cx="6858000" cy="1790100"/>
          </a:xfrm>
        </p:spPr>
        <p:txBody>
          <a:bodyPr anchor="b"/>
          <a:lstStyle>
            <a:lvl1pPr algn="ctr">
              <a:defRPr sz="4500" b="1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 userDrawn="1">
            <p:ph type="dt" sz="half" idx="10"/>
            <p:custDataLst>
              <p:tags r:id="rId10"/>
            </p:custDataLst>
          </p:nvPr>
        </p:nvSpPr>
        <p:spPr>
          <a:xfrm>
            <a:off x="322307" y="6349833"/>
            <a:ext cx="2700000" cy="316800"/>
          </a:xfrm>
        </p:spPr>
        <p:txBody>
          <a:bodyPr/>
          <a:lstStyle>
            <a:lvl1pPr>
              <a:defRPr u="none" strike="noStrike" kern="1200" cap="none" spc="0" normalizeH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 userDrawn="1">
            <p:ph type="ftr" sz="quarter" idx="11"/>
            <p:custDataLst>
              <p:tags r:id="rId11"/>
            </p:custDataLst>
          </p:nvPr>
        </p:nvSpPr>
        <p:spPr>
          <a:xfrm>
            <a:off x="2592000" y="6349833"/>
            <a:ext cx="3960000" cy="316800"/>
          </a:xfrm>
        </p:spPr>
        <p:txBody>
          <a:bodyPr/>
          <a:lstStyle>
            <a:lvl1pPr>
              <a:defRPr u="none" strike="noStrike" kern="1200" cap="none" spc="0" normalizeH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 userDrawn="1">
            <p:ph type="sldNum" sz="quarter" idx="12"/>
            <p:custDataLst>
              <p:tags r:id="rId12"/>
            </p:custDataLst>
          </p:nvPr>
        </p:nvSpPr>
        <p:spPr>
          <a:xfrm>
            <a:off x="6120450" y="6349833"/>
            <a:ext cx="2700000" cy="316800"/>
          </a:xfrm>
        </p:spPr>
        <p:txBody>
          <a:bodyPr/>
          <a:lstStyle>
            <a:lvl1pPr>
              <a:defRPr u="none" strike="noStrike" kern="1200" cap="none" spc="0" normalizeH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 userDrawn="1">
            <p:ph type="body" sz="quarter" idx="13"/>
            <p:custDataLst>
              <p:tags r:id="rId13"/>
            </p:custDataLst>
          </p:nvPr>
        </p:nvSpPr>
        <p:spPr>
          <a:xfrm>
            <a:off x="1141810" y="4069800"/>
            <a:ext cx="6858000" cy="1242000"/>
          </a:xfrm>
        </p:spPr>
        <p:txBody>
          <a:bodyPr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  <a:defRPr sz="1200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 userDrawn="1">
            <p:custDataLst>
              <p:tags r:id="rId2"/>
            </p:custDataLst>
          </p:nvPr>
        </p:nvGrpSpPr>
        <p:grpSpPr>
          <a:xfrm>
            <a:off x="-95483" y="5"/>
            <a:ext cx="9322027" cy="2108195"/>
            <a:chOff x="-127311" y="5"/>
            <a:chExt cx="12429370" cy="2108195"/>
          </a:xfrm>
        </p:grpSpPr>
        <p:sp>
          <p:nvSpPr>
            <p:cNvPr id="8" name="任意多边形: 形状 7"/>
            <p:cNvSpPr/>
            <p:nvPr>
              <p:custDataLst>
                <p:tags r:id="rId3"/>
              </p:custDataLst>
            </p:nvPr>
          </p:nvSpPr>
          <p:spPr>
            <a:xfrm rot="4971377">
              <a:off x="5633770" y="-4560088"/>
              <a:ext cx="907207" cy="12429370"/>
            </a:xfrm>
            <a:custGeom>
              <a:avLst/>
              <a:gdLst>
                <a:gd name="connsiteX0" fmla="*/ 0 w 1132861"/>
                <a:gd name="connsiteY0" fmla="*/ 0 h 12429370"/>
                <a:gd name="connsiteX1" fmla="*/ 421422 w 1132861"/>
                <a:gd name="connsiteY1" fmla="*/ 52817 h 12429370"/>
                <a:gd name="connsiteX2" fmla="*/ 1132861 w 1132861"/>
                <a:gd name="connsiteY2" fmla="*/ 12429370 h 12429370"/>
                <a:gd name="connsiteX3" fmla="*/ 0 w 1132861"/>
                <a:gd name="connsiteY3" fmla="*/ 12287388 h 124293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32861" h="12429370">
                  <a:moveTo>
                    <a:pt x="0" y="0"/>
                  </a:moveTo>
                  <a:lnTo>
                    <a:pt x="421422" y="52817"/>
                  </a:lnTo>
                  <a:lnTo>
                    <a:pt x="1132861" y="12429370"/>
                  </a:lnTo>
                  <a:lnTo>
                    <a:pt x="0" y="12287388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/>
              <a:endParaRPr lang="zh-CN" altLang="en-US" sz="1350"/>
            </a:p>
          </p:txBody>
        </p:sp>
        <p:sp>
          <p:nvSpPr>
            <p:cNvPr id="9" name="任意多边形: 形状 8"/>
            <p:cNvSpPr/>
            <p:nvPr>
              <p:custDataLst>
                <p:tags r:id="rId4"/>
              </p:custDataLst>
            </p:nvPr>
          </p:nvSpPr>
          <p:spPr>
            <a:xfrm rot="5400000">
              <a:off x="5215200" y="-5215203"/>
              <a:ext cx="1761592" cy="12192007"/>
            </a:xfrm>
            <a:custGeom>
              <a:avLst/>
              <a:gdLst>
                <a:gd name="connsiteX0" fmla="*/ 0 w 1930397"/>
                <a:gd name="connsiteY0" fmla="*/ 12192007 h 12192007"/>
                <a:gd name="connsiteX1" fmla="*/ 0 w 1930397"/>
                <a:gd name="connsiteY1" fmla="*/ 0 h 12192007"/>
                <a:gd name="connsiteX2" fmla="*/ 758239 w 1930397"/>
                <a:gd name="connsiteY2" fmla="*/ 0 h 12192007"/>
                <a:gd name="connsiteX3" fmla="*/ 1930397 w 1930397"/>
                <a:gd name="connsiteY3" fmla="*/ 12192007 h 121920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30397" h="12192007">
                  <a:moveTo>
                    <a:pt x="0" y="12192007"/>
                  </a:moveTo>
                  <a:lnTo>
                    <a:pt x="0" y="0"/>
                  </a:lnTo>
                  <a:lnTo>
                    <a:pt x="758239" y="0"/>
                  </a:lnTo>
                  <a:lnTo>
                    <a:pt x="1930397" y="1219200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/>
              <a:endParaRPr lang="zh-CN" altLang="en-US" sz="1350"/>
            </a:p>
          </p:txBody>
        </p:sp>
        <p:sp>
          <p:nvSpPr>
            <p:cNvPr id="10" name="任意多边形: 形状 9"/>
            <p:cNvSpPr/>
            <p:nvPr>
              <p:custDataLst>
                <p:tags r:id="rId5"/>
              </p:custDataLst>
            </p:nvPr>
          </p:nvSpPr>
          <p:spPr>
            <a:xfrm rot="5107084">
              <a:off x="4552342" y="-3275210"/>
              <a:ext cx="536239" cy="9742831"/>
            </a:xfrm>
            <a:custGeom>
              <a:avLst/>
              <a:gdLst>
                <a:gd name="connsiteX0" fmla="*/ 0 w 587624"/>
                <a:gd name="connsiteY0" fmla="*/ 0 h 9742831"/>
                <a:gd name="connsiteX1" fmla="*/ 587624 w 587624"/>
                <a:gd name="connsiteY1" fmla="*/ 9742831 h 9742831"/>
                <a:gd name="connsiteX2" fmla="*/ 0 w 587624"/>
                <a:gd name="connsiteY2" fmla="*/ 9685968 h 97428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87624" h="9742831">
                  <a:moveTo>
                    <a:pt x="0" y="0"/>
                  </a:moveTo>
                  <a:lnTo>
                    <a:pt x="587624" y="9742831"/>
                  </a:lnTo>
                  <a:lnTo>
                    <a:pt x="0" y="9685968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/>
              <a:endParaRPr lang="zh-CN" altLang="en-US" sz="1350"/>
            </a:p>
          </p:txBody>
        </p:sp>
        <p:sp>
          <p:nvSpPr>
            <p:cNvPr id="11" name="任意多边形: 形状 10"/>
            <p:cNvSpPr/>
            <p:nvPr>
              <p:custDataLst>
                <p:tags r:id="rId6"/>
              </p:custDataLst>
            </p:nvPr>
          </p:nvSpPr>
          <p:spPr>
            <a:xfrm rot="15897560">
              <a:off x="9001004" y="-1390393"/>
              <a:ext cx="846410" cy="5663579"/>
            </a:xfrm>
            <a:custGeom>
              <a:avLst/>
              <a:gdLst>
                <a:gd name="connsiteX0" fmla="*/ 927517 w 927517"/>
                <a:gd name="connsiteY0" fmla="*/ 5663579 h 5663579"/>
                <a:gd name="connsiteX1" fmla="*/ 0 w 927517"/>
                <a:gd name="connsiteY1" fmla="*/ 5577535 h 5663579"/>
                <a:gd name="connsiteX2" fmla="*/ 419317 w 927517"/>
                <a:gd name="connsiteY2" fmla="*/ 0 h 56635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27517" h="5663579">
                  <a:moveTo>
                    <a:pt x="927517" y="5663579"/>
                  </a:moveTo>
                  <a:lnTo>
                    <a:pt x="0" y="5577535"/>
                  </a:lnTo>
                  <a:lnTo>
                    <a:pt x="419317" y="0"/>
                  </a:ln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/>
              <a:endParaRPr lang="zh-CN" altLang="en-US" sz="1350"/>
            </a:p>
          </p:txBody>
        </p:sp>
      </p:grpSp>
      <p:sp>
        <p:nvSpPr>
          <p:cNvPr id="12" name="等腰三角形 11"/>
          <p:cNvSpPr/>
          <p:nvPr userDrawn="1">
            <p:custDataLst>
              <p:tags r:id="rId7"/>
            </p:custDataLst>
          </p:nvPr>
        </p:nvSpPr>
        <p:spPr>
          <a:xfrm rot="16200000">
            <a:off x="5744924" y="3458922"/>
            <a:ext cx="997432" cy="5800725"/>
          </a:xfrm>
          <a:prstGeom prst="triangle">
            <a:avLst>
              <a:gd name="adj" fmla="val 0"/>
            </a:avLst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350"/>
          </a:p>
        </p:txBody>
      </p: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8"/>
            </p:custDataLst>
          </p:nvPr>
        </p:nvSpPr>
        <p:spPr>
          <a:xfrm>
            <a:off x="2047739" y="2842611"/>
            <a:ext cx="5338159" cy="838901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4950" spc="600" baseline="0">
                <a:solidFill>
                  <a:schemeClr val="tx1">
                    <a:lumMod val="85000"/>
                    <a:lumOff val="15000"/>
                  </a:schemeClr>
                </a:solidFill>
                <a:ea typeface="汉仪旗黑-85S" panose="00020600040101010101" pitchFamily="18" charset="-122"/>
              </a:defRPr>
            </a:lvl1pPr>
          </a:lstStyle>
          <a:p>
            <a:r>
              <a:rPr lang="zh-CN" altLang="en-US" dirty="0"/>
              <a:t>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9"/>
            </p:custDataLst>
          </p:nvPr>
        </p:nvSpPr>
        <p:spPr>
          <a:xfrm>
            <a:off x="2047739" y="3971224"/>
            <a:ext cx="5338159" cy="507239"/>
          </a:xfrm>
        </p:spPr>
        <p:txBody>
          <a:bodyPr lIns="90000" tIns="46800" rIns="90000" bIns="46800" anchor="t">
            <a:norm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2100" u="none" strike="noStrike" kern="1200" cap="none" spc="2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>
          <a:xfrm>
            <a:off x="322307" y="6349833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>
          <a:xfrm>
            <a:off x="2592000" y="6349833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>
          <a:xfrm>
            <a:off x="6120450" y="6349833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3" hasCustomPrompt="1"/>
            <p:custDataLst>
              <p:tags r:id="rId13"/>
            </p:custDataLst>
          </p:nvPr>
        </p:nvSpPr>
        <p:spPr>
          <a:xfrm>
            <a:off x="2722907" y="4733589"/>
            <a:ext cx="1892347" cy="309620"/>
          </a:xfrm>
        </p:spPr>
        <p:txBody>
          <a:bodyPr lIns="90000" tIns="46800" rIns="90000" bIns="46800" anchor="ctr" anchorCtr="0">
            <a:normAutofit/>
          </a:bodyPr>
          <a:lstStyle>
            <a:lvl1pPr marL="0" indent="0" algn="r">
              <a:lnSpc>
                <a:spcPct val="100000"/>
              </a:lnSpc>
              <a:buNone/>
              <a:defRPr sz="135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编辑文本</a:t>
            </a:r>
            <a:endParaRPr lang="zh-CN" altLang="en-US" dirty="0"/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4" hasCustomPrompt="1"/>
            <p:custDataLst>
              <p:tags r:id="rId14"/>
            </p:custDataLst>
          </p:nvPr>
        </p:nvSpPr>
        <p:spPr>
          <a:xfrm>
            <a:off x="4801641" y="4733589"/>
            <a:ext cx="1892345" cy="309620"/>
          </a:xfrm>
        </p:spPr>
        <p:txBody>
          <a:bodyPr lIns="90000" tIns="46800" rIns="90000" bIns="46800" anchor="ctr" anchorCtr="0">
            <a:normAutofit/>
          </a:bodyPr>
          <a:lstStyle>
            <a:lvl1pPr marL="0" indent="0" algn="l">
              <a:lnSpc>
                <a:spcPct val="100000"/>
              </a:lnSpc>
              <a:buNone/>
              <a:defRPr sz="135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编辑文本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02411" y="498479"/>
            <a:ext cx="8139178" cy="331473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1800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502411" y="1626121"/>
            <a:ext cx="8139178" cy="4041680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514350" marR="0" lvl="1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857250" marR="0" lvl="2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200150" marR="0" lvl="3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1543050" marR="0" lvl="4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322307" y="6349833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2592000" y="6349833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6120450" y="6349833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 userDrawn="1">
            <p:custDataLst>
              <p:tags r:id="rId2"/>
            </p:custDataLst>
          </p:nvPr>
        </p:nvGrpSpPr>
        <p:grpSpPr>
          <a:xfrm>
            <a:off x="3001198" y="5613400"/>
            <a:ext cx="6142802" cy="1244600"/>
            <a:chOff x="4001597" y="5613400"/>
            <a:chExt cx="8190403" cy="1244600"/>
          </a:xfrm>
        </p:grpSpPr>
        <p:sp>
          <p:nvSpPr>
            <p:cNvPr id="8" name="任意多边形: 形状 7"/>
            <p:cNvSpPr/>
            <p:nvPr>
              <p:custDataLst>
                <p:tags r:id="rId3"/>
              </p:custDataLst>
            </p:nvPr>
          </p:nvSpPr>
          <p:spPr>
            <a:xfrm>
              <a:off x="4001597" y="5613400"/>
              <a:ext cx="8190402" cy="1244600"/>
            </a:xfrm>
            <a:custGeom>
              <a:avLst/>
              <a:gdLst>
                <a:gd name="connsiteX0" fmla="*/ 8190402 w 8190402"/>
                <a:gd name="connsiteY0" fmla="*/ 0 h 1244600"/>
                <a:gd name="connsiteX1" fmla="*/ 8190402 w 8190402"/>
                <a:gd name="connsiteY1" fmla="*/ 1155849 h 1244600"/>
                <a:gd name="connsiteX2" fmla="*/ 4203232 w 8190402"/>
                <a:gd name="connsiteY2" fmla="*/ 1244600 h 1244600"/>
                <a:gd name="connsiteX3" fmla="*/ 0 w 8190402"/>
                <a:gd name="connsiteY3" fmla="*/ 1244600 h 1244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190402" h="1244600">
                  <a:moveTo>
                    <a:pt x="8190402" y="0"/>
                  </a:moveTo>
                  <a:lnTo>
                    <a:pt x="8190402" y="1155849"/>
                  </a:lnTo>
                  <a:lnTo>
                    <a:pt x="4203232" y="1244600"/>
                  </a:lnTo>
                  <a:lnTo>
                    <a:pt x="0" y="1244600"/>
                  </a:ln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 defTabSz="914400"/>
              <a:endParaRPr lang="zh-CN" altLang="en-US" sz="1350" dirty="0"/>
            </a:p>
          </p:txBody>
        </p:sp>
        <p:sp>
          <p:nvSpPr>
            <p:cNvPr id="9" name="等腰三角形 8"/>
            <p:cNvSpPr/>
            <p:nvPr>
              <p:custDataLst>
                <p:tags r:id="rId4"/>
              </p:custDataLst>
            </p:nvPr>
          </p:nvSpPr>
          <p:spPr>
            <a:xfrm>
              <a:off x="5816600" y="5949254"/>
              <a:ext cx="6375400" cy="908746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 defTabSz="914400"/>
              <a:endParaRPr lang="zh-CN" altLang="en-US" sz="1350"/>
            </a:p>
          </p:txBody>
        </p:sp>
      </p:grpSp>
      <p:grpSp>
        <p:nvGrpSpPr>
          <p:cNvPr id="10" name="组合 9"/>
          <p:cNvGrpSpPr/>
          <p:nvPr userDrawn="1">
            <p:custDataLst>
              <p:tags r:id="rId5"/>
            </p:custDataLst>
          </p:nvPr>
        </p:nvGrpSpPr>
        <p:grpSpPr>
          <a:xfrm>
            <a:off x="3890252" y="2465874"/>
            <a:ext cx="427628" cy="530915"/>
            <a:chOff x="10608342" y="5053054"/>
            <a:chExt cx="1583658" cy="1966165"/>
          </a:xfrm>
        </p:grpSpPr>
        <p:sp>
          <p:nvSpPr>
            <p:cNvPr id="11" name="任意多边形: 形状 10"/>
            <p:cNvSpPr/>
            <p:nvPr>
              <p:custDataLst>
                <p:tags r:id="rId6"/>
              </p:custDataLst>
            </p:nvPr>
          </p:nvSpPr>
          <p:spPr>
            <a:xfrm rot="697528">
              <a:off x="10608342" y="5053054"/>
              <a:ext cx="1399913" cy="1966165"/>
            </a:xfrm>
            <a:custGeom>
              <a:avLst/>
              <a:gdLst>
                <a:gd name="connsiteX0" fmla="*/ 1399913 w 1399913"/>
                <a:gd name="connsiteY0" fmla="*/ 0 h 1966165"/>
                <a:gd name="connsiteX1" fmla="*/ 1399913 w 1399913"/>
                <a:gd name="connsiteY1" fmla="*/ 1678156 h 1966165"/>
                <a:gd name="connsiteX2" fmla="*/ 0 w 1399913"/>
                <a:gd name="connsiteY2" fmla="*/ 1966165 h 19661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399913" h="1966165">
                  <a:moveTo>
                    <a:pt x="1399913" y="0"/>
                  </a:moveTo>
                  <a:lnTo>
                    <a:pt x="1399913" y="1678156"/>
                  </a:lnTo>
                  <a:lnTo>
                    <a:pt x="0" y="1966165"/>
                  </a:ln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 defTabSz="914400"/>
              <a:endParaRPr lang="zh-CN" altLang="en-US" sz="1350"/>
            </a:p>
          </p:txBody>
        </p:sp>
        <p:sp>
          <p:nvSpPr>
            <p:cNvPr id="12" name="等腰三角形 11"/>
            <p:cNvSpPr/>
            <p:nvPr>
              <p:custDataLst>
                <p:tags r:id="rId7"/>
              </p:custDataLst>
            </p:nvPr>
          </p:nvSpPr>
          <p:spPr>
            <a:xfrm>
              <a:off x="10960100" y="5207000"/>
              <a:ext cx="1231900" cy="1651000"/>
            </a:xfrm>
            <a:prstGeom prst="triangle">
              <a:avLst>
                <a:gd name="adj" fmla="val 10000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 defTabSz="914400"/>
              <a:endParaRPr lang="zh-CN" altLang="en-US" sz="1350"/>
            </a:p>
          </p:txBody>
        </p:sp>
      </p:grpSp>
      <p:grpSp>
        <p:nvGrpSpPr>
          <p:cNvPr id="14" name="组合 13"/>
          <p:cNvGrpSpPr/>
          <p:nvPr userDrawn="1">
            <p:custDataLst>
              <p:tags r:id="rId8"/>
            </p:custDataLst>
          </p:nvPr>
        </p:nvGrpSpPr>
        <p:grpSpPr>
          <a:xfrm rot="10800000">
            <a:off x="-1" y="0"/>
            <a:ext cx="9144000" cy="1244600"/>
            <a:chOff x="4001597" y="5613400"/>
            <a:chExt cx="8190403" cy="1244600"/>
          </a:xfrm>
        </p:grpSpPr>
        <p:sp>
          <p:nvSpPr>
            <p:cNvPr id="15" name="任意多边形: 形状 14"/>
            <p:cNvSpPr/>
            <p:nvPr>
              <p:custDataLst>
                <p:tags r:id="rId9"/>
              </p:custDataLst>
            </p:nvPr>
          </p:nvSpPr>
          <p:spPr>
            <a:xfrm>
              <a:off x="4001597" y="5613400"/>
              <a:ext cx="8190402" cy="1244600"/>
            </a:xfrm>
            <a:custGeom>
              <a:avLst/>
              <a:gdLst>
                <a:gd name="connsiteX0" fmla="*/ 8190402 w 8190402"/>
                <a:gd name="connsiteY0" fmla="*/ 0 h 1244600"/>
                <a:gd name="connsiteX1" fmla="*/ 8190402 w 8190402"/>
                <a:gd name="connsiteY1" fmla="*/ 1155849 h 1244600"/>
                <a:gd name="connsiteX2" fmla="*/ 4203232 w 8190402"/>
                <a:gd name="connsiteY2" fmla="*/ 1244600 h 1244600"/>
                <a:gd name="connsiteX3" fmla="*/ 0 w 8190402"/>
                <a:gd name="connsiteY3" fmla="*/ 1244600 h 1244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190402" h="1244600">
                  <a:moveTo>
                    <a:pt x="8190402" y="0"/>
                  </a:moveTo>
                  <a:lnTo>
                    <a:pt x="8190402" y="1155849"/>
                  </a:lnTo>
                  <a:lnTo>
                    <a:pt x="4203232" y="1244600"/>
                  </a:lnTo>
                  <a:lnTo>
                    <a:pt x="0" y="1244600"/>
                  </a:ln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 defTabSz="914400"/>
              <a:endParaRPr lang="zh-CN" altLang="en-US" sz="1350"/>
            </a:p>
          </p:txBody>
        </p:sp>
        <p:sp>
          <p:nvSpPr>
            <p:cNvPr id="16" name="等腰三角形 15"/>
            <p:cNvSpPr/>
            <p:nvPr>
              <p:custDataLst>
                <p:tags r:id="rId10"/>
              </p:custDataLst>
            </p:nvPr>
          </p:nvSpPr>
          <p:spPr>
            <a:xfrm>
              <a:off x="5816600" y="5949254"/>
              <a:ext cx="6375400" cy="908746"/>
            </a:xfrm>
            <a:prstGeom prst="triangle">
              <a:avLst>
                <a:gd name="adj" fmla="val 10000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 defTabSz="914400"/>
              <a:endParaRPr lang="zh-CN" altLang="en-US" sz="1350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1"/>
            </p:custDataLst>
          </p:nvPr>
        </p:nvSpPr>
        <p:spPr>
          <a:xfrm>
            <a:off x="2625680" y="3182635"/>
            <a:ext cx="3892639" cy="555545"/>
          </a:xfrm>
        </p:spPr>
        <p:txBody>
          <a:bodyPr lIns="90170" tIns="46990" rIns="90170" bIns="0" anchor="b" anchorCtr="0">
            <a:normAutofit/>
          </a:bodyPr>
          <a:lstStyle>
            <a:lvl1pPr algn="ctr">
              <a:defRPr sz="3000" u="none" strike="noStrike" kern="1200" cap="none" spc="300" normalizeH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汉仪旗黑-85S" panose="00020600040101010101" pitchFamily="18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2"/>
            </p:custDataLst>
          </p:nvPr>
        </p:nvSpPr>
        <p:spPr>
          <a:xfrm>
            <a:off x="2625680" y="4067741"/>
            <a:ext cx="3892639" cy="1107770"/>
          </a:xfrm>
        </p:spPr>
        <p:txBody>
          <a:bodyPr lIns="90170" tIns="0" rIns="90170" bIns="46990">
            <a:normAutofit/>
          </a:bodyPr>
          <a:lstStyle>
            <a:lvl1pPr marL="0" indent="0" algn="ctr" eaLnBrk="1" fontAlgn="auto" latinLnBrk="0" hangingPunct="1">
              <a:buNone/>
              <a:defRPr kumimoji="0" lang="zh-CN" altLang="en-US" sz="1500" b="0" i="0" u="none" strike="noStrike" kern="1200" cap="none" spc="15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3"/>
            </p:custDataLst>
          </p:nvPr>
        </p:nvSpPr>
        <p:spPr>
          <a:xfrm>
            <a:off x="322307" y="6349833"/>
            <a:ext cx="2700000" cy="316800"/>
          </a:xfrm>
        </p:spPr>
        <p:txBody>
          <a:bodyPr>
            <a:normAutofit/>
          </a:bodyPr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4"/>
            </p:custDataLst>
          </p:nvPr>
        </p:nvSpPr>
        <p:spPr>
          <a:xfrm>
            <a:off x="2592000" y="6349833"/>
            <a:ext cx="3960000" cy="316800"/>
          </a:xfrm>
        </p:spPr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5"/>
            </p:custDataLst>
          </p:nvPr>
        </p:nvSpPr>
        <p:spPr>
          <a:xfrm>
            <a:off x="6120450" y="6349833"/>
            <a:ext cx="2700000" cy="316800"/>
          </a:xfrm>
        </p:spPr>
        <p:txBody>
          <a:bodyPr>
            <a:normAutofit/>
          </a:bodyPr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02411" y="498479"/>
            <a:ext cx="8139178" cy="331473"/>
          </a:xfrm>
        </p:spPr>
        <p:txBody>
          <a:bodyPr vert="horz" lIns="90170" tIns="46990" rIns="90170" bIns="46990" rtlCol="0" anchor="t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1800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汉仪旗黑-85S" panose="00020600040101010101" pitchFamily="18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502447" y="1626121"/>
            <a:ext cx="3962432" cy="4041680"/>
          </a:xfrm>
        </p:spPr>
        <p:txBody>
          <a:bodyPr vert="horz" lIns="90170" tIns="46990" rIns="90170" bIns="46990" rtlCol="0">
            <a:normAutofit/>
          </a:bodyPr>
          <a:lstStyle>
            <a:lvl1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514350" marR="0" lvl="1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857250" marR="0" lvl="2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200150" marR="0" lvl="3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1543050" marR="0" lvl="4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  <a:p>
            <a:pPr lvl="1"/>
            <a:r>
              <a:rPr>
                <a:sym typeface="+mn-ea"/>
              </a:rPr>
              <a:t>第二级</a:t>
            </a:r>
            <a:endParaRPr>
              <a:sym typeface="+mn-ea"/>
            </a:endParaRPr>
          </a:p>
          <a:p>
            <a:pPr lvl="2"/>
            <a:r>
              <a:rPr>
                <a:sym typeface="+mn-ea"/>
              </a:rPr>
              <a:t>第三级</a:t>
            </a:r>
            <a:endParaRPr>
              <a:sym typeface="+mn-ea"/>
            </a:endParaRPr>
          </a:p>
          <a:p>
            <a:pPr lvl="3"/>
            <a:r>
              <a:rPr>
                <a:sym typeface="+mn-ea"/>
              </a:rPr>
              <a:t>第四级</a:t>
            </a:r>
            <a:endParaRPr>
              <a:sym typeface="+mn-ea"/>
            </a:endParaRPr>
          </a:p>
          <a:p>
            <a:pPr lvl="4"/>
            <a:r>
              <a:rPr>
                <a:sym typeface="+mn-ea"/>
              </a:rPr>
              <a:t>第五级</a:t>
            </a:r>
            <a:endParaRPr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4679158" y="1626121"/>
            <a:ext cx="3962432" cy="4041680"/>
          </a:xfrm>
        </p:spPr>
        <p:txBody>
          <a:bodyPr lIns="90170" tIns="46990" rIns="90170" bIns="46990">
            <a:normAutofit/>
          </a:bodyPr>
          <a:lstStyle>
            <a:lvl1pPr>
              <a:defRPr sz="12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12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2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2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2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>
          <a:xfrm>
            <a:off x="322307" y="6349833"/>
            <a:ext cx="2700000" cy="316800"/>
          </a:xfrm>
        </p:spPr>
        <p:txBody>
          <a:bodyPr lIns="90170" tIns="46990" rIns="90170" bIns="46990">
            <a:normAutofit/>
          </a:bodyPr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>
          <a:xfrm>
            <a:off x="2592000" y="6349833"/>
            <a:ext cx="3960000" cy="316800"/>
          </a:xfrm>
        </p:spPr>
        <p:txBody>
          <a:bodyPr lIns="90170" tIns="46990" rIns="90170" bIns="46990">
            <a:normAutofit/>
          </a:bodyPr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xfrm>
            <a:off x="6120450" y="6349833"/>
            <a:ext cx="2700000" cy="316800"/>
          </a:xfrm>
        </p:spPr>
        <p:txBody>
          <a:bodyPr lIns="90170" tIns="46990" rIns="90170" bIns="46990">
            <a:normAutofit/>
          </a:bodyPr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02411" y="498479"/>
            <a:ext cx="8139178" cy="331473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1800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502447" y="1000133"/>
            <a:ext cx="3962432" cy="285752"/>
          </a:xfrm>
        </p:spPr>
        <p:txBody>
          <a:bodyPr lIns="101600" tIns="38100" rIns="76200" bIns="38100" anchor="t" anchorCtr="0">
            <a:no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1500" b="0" u="none" strike="noStrike" kern="1200" cap="none" spc="2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502444" y="2023369"/>
            <a:ext cx="3962400" cy="3701064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514350" marR="0" lvl="1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857250" marR="0" lvl="2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200150" marR="0" lvl="3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1543050" marR="0" lvl="4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4676812" y="1000133"/>
            <a:ext cx="3962432" cy="285752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1500" b="0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4676812" y="2023369"/>
            <a:ext cx="3962432" cy="3701064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514350" marR="0" lvl="1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857250" marR="0" lvl="2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200150" marR="0" lvl="3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1543050" marR="0" lvl="4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>
          <a:xfrm>
            <a:off x="322307" y="6349833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>
          <a:xfrm>
            <a:off x="2592000" y="6349833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>
          <a:xfrm>
            <a:off x="6120450" y="6349833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/>
          <p:cNvGrpSpPr/>
          <p:nvPr userDrawn="1">
            <p:custDataLst>
              <p:tags r:id="rId2"/>
            </p:custDataLst>
          </p:nvPr>
        </p:nvGrpSpPr>
        <p:grpSpPr>
          <a:xfrm>
            <a:off x="7956257" y="5053054"/>
            <a:ext cx="1187744" cy="1966165"/>
            <a:chOff x="10608342" y="5053054"/>
            <a:chExt cx="1583658" cy="1966165"/>
          </a:xfrm>
        </p:grpSpPr>
        <p:sp>
          <p:nvSpPr>
            <p:cNvPr id="10" name="任意多边形: 形状 9"/>
            <p:cNvSpPr/>
            <p:nvPr>
              <p:custDataLst>
                <p:tags r:id="rId3"/>
              </p:custDataLst>
            </p:nvPr>
          </p:nvSpPr>
          <p:spPr>
            <a:xfrm rot="697528">
              <a:off x="10608342" y="5053054"/>
              <a:ext cx="1399913" cy="1966165"/>
            </a:xfrm>
            <a:custGeom>
              <a:avLst/>
              <a:gdLst>
                <a:gd name="connsiteX0" fmla="*/ 1399913 w 1399913"/>
                <a:gd name="connsiteY0" fmla="*/ 0 h 1966165"/>
                <a:gd name="connsiteX1" fmla="*/ 1399913 w 1399913"/>
                <a:gd name="connsiteY1" fmla="*/ 1678156 h 1966165"/>
                <a:gd name="connsiteX2" fmla="*/ 0 w 1399913"/>
                <a:gd name="connsiteY2" fmla="*/ 1966165 h 19661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399913" h="1966165">
                  <a:moveTo>
                    <a:pt x="1399913" y="0"/>
                  </a:moveTo>
                  <a:lnTo>
                    <a:pt x="1399913" y="1678156"/>
                  </a:lnTo>
                  <a:lnTo>
                    <a:pt x="0" y="1966165"/>
                  </a:ln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/>
              <a:endParaRPr lang="zh-CN" altLang="en-US" sz="1350"/>
            </a:p>
          </p:txBody>
        </p:sp>
        <p:sp>
          <p:nvSpPr>
            <p:cNvPr id="11" name="等腰三角形 10"/>
            <p:cNvSpPr/>
            <p:nvPr>
              <p:custDataLst>
                <p:tags r:id="rId4"/>
              </p:custDataLst>
            </p:nvPr>
          </p:nvSpPr>
          <p:spPr>
            <a:xfrm>
              <a:off x="10960100" y="5207000"/>
              <a:ext cx="1231900" cy="1651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/>
              <a:endParaRPr lang="zh-CN" altLang="en-US" sz="1350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502411" y="498476"/>
            <a:ext cx="8139178" cy="331473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1800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>
          <a:xfrm>
            <a:off x="322307" y="6349833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>
          <a:xfrm>
            <a:off x="2592000" y="6349833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>
          <a:xfrm>
            <a:off x="6120450" y="6349833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322307" y="6349833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2592000" y="6349833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6120450" y="6349833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02447" y="498479"/>
            <a:ext cx="8139178" cy="331473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1800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3"/>
            </p:custDataLst>
          </p:nvPr>
        </p:nvSpPr>
        <p:spPr>
          <a:xfrm>
            <a:off x="502447" y="1626121"/>
            <a:ext cx="3962432" cy="4041680"/>
          </a:xfrm>
        </p:spPr>
        <p:txBody>
          <a:bodyPr vert="horz" lIns="101600" tIns="0" rIns="82550" bIns="0" rtlCol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514350" marR="0" lvl="1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857250" marR="0" lvl="2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200150" marR="0" lvl="3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1543050" marR="0" lvl="4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4"/>
            </p:custDataLst>
          </p:nvPr>
        </p:nvSpPr>
        <p:spPr>
          <a:xfrm>
            <a:off x="4679194" y="1626121"/>
            <a:ext cx="3962432" cy="4041680"/>
          </a:xfrm>
        </p:spPr>
        <p:txBody>
          <a:bodyPr vert="horz" lIns="101600" tIns="0" rIns="82550" bIns="0" rtlCol="0">
            <a:normAutofit/>
          </a:bodyPr>
          <a:lstStyle>
            <a:lvl1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>
          <a:xfrm>
            <a:off x="322307" y="6349833"/>
            <a:ext cx="2700000" cy="316800"/>
          </a:xfrm>
        </p:spPr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>
          <a:xfrm>
            <a:off x="2592000" y="6349833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xfrm>
            <a:off x="6120450" y="6349833"/>
            <a:ext cx="2700000" cy="316800"/>
          </a:xfrm>
        </p:spPr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  <p:custDataLst>
              <p:tags r:id="rId2"/>
            </p:custDataLst>
          </p:nvPr>
        </p:nvSpPr>
        <p:spPr>
          <a:xfrm>
            <a:off x="7928351" y="1626121"/>
            <a:ext cx="713238" cy="4041680"/>
          </a:xfrm>
        </p:spPr>
        <p:txBody>
          <a:bodyPr vert="eaVert" lIns="101600" tIns="38100" rIns="76200" bIns="3810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1800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502444" y="1626113"/>
            <a:ext cx="7371076" cy="4041680"/>
          </a:xfrm>
        </p:spPr>
        <p:txBody>
          <a:bodyPr vert="eaVert"/>
          <a:lstStyle>
            <a:lvl1pPr indent="0" eaLnBrk="1" fontAlgn="auto" latinLnBrk="0" hangingPunct="1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indent="0" eaLnBrk="1" fontAlgn="auto" latinLnBrk="0" hangingPunct="1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 indent="0" eaLnBrk="1" fontAlgn="auto" latinLnBrk="0" hangingPunct="1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 indent="0" eaLnBrk="1" fontAlgn="auto" latinLnBrk="0" hangingPunct="1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 indent="0" eaLnBrk="1" fontAlgn="auto" latinLnBrk="0" hangingPunct="1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322307" y="6349833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2592000" y="6349833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6120450" y="6349833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322307" y="6349833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2592000" y="6349833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6120450" y="6349833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502447" y="1626121"/>
            <a:ext cx="8139178" cy="404168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2691281" y="2778617"/>
            <a:ext cx="3761438" cy="1139780"/>
          </a:xfrm>
        </p:spPr>
        <p:txBody>
          <a:bodyPr vert="horz" lIns="90170" tIns="46990" rIns="90170" bIns="46990" rtlCol="0" anchor="ctr" anchorCtr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000" b="1" i="0" u="none" strike="noStrike" kern="1200" cap="none" spc="6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汉仪旗黑-85S" panose="00020600040101010101" pitchFamily="18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编辑标题</a:t>
            </a:r>
            <a:endParaRPr dirty="0"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322307" y="6349833"/>
            <a:ext cx="2700000" cy="316800"/>
          </a:xfrm>
        </p:spPr>
        <p:txBody>
          <a:bodyPr lIns="90170" tIns="46990" rIns="90170" bIns="46990">
            <a:normAutofit/>
          </a:bodyPr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2592000" y="6349833"/>
            <a:ext cx="3960000" cy="316800"/>
          </a:xfrm>
        </p:spPr>
        <p:txBody>
          <a:bodyPr lIns="90170" tIns="46990" rIns="90170" bIns="46990">
            <a:normAutofit/>
          </a:bodyPr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6120450" y="6349833"/>
            <a:ext cx="2700000" cy="316800"/>
          </a:xfrm>
        </p:spPr>
        <p:txBody>
          <a:bodyPr lIns="90170" tIns="46990" rIns="90170" bIns="46990">
            <a:normAutofit/>
          </a:bodyPr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grpSp>
        <p:nvGrpSpPr>
          <p:cNvPr id="6" name="组合 5"/>
          <p:cNvGrpSpPr/>
          <p:nvPr userDrawn="1">
            <p:custDataLst>
              <p:tags r:id="rId6"/>
            </p:custDataLst>
          </p:nvPr>
        </p:nvGrpSpPr>
        <p:grpSpPr>
          <a:xfrm flipH="1">
            <a:off x="6452719" y="3180660"/>
            <a:ext cx="327554" cy="406670"/>
            <a:chOff x="10608342" y="5053054"/>
            <a:chExt cx="1583658" cy="1966165"/>
          </a:xfrm>
        </p:grpSpPr>
        <p:sp>
          <p:nvSpPr>
            <p:cNvPr id="7" name="任意多边形: 形状 6"/>
            <p:cNvSpPr/>
            <p:nvPr>
              <p:custDataLst>
                <p:tags r:id="rId7"/>
              </p:custDataLst>
            </p:nvPr>
          </p:nvSpPr>
          <p:spPr>
            <a:xfrm rot="697528">
              <a:off x="10608342" y="5053054"/>
              <a:ext cx="1399913" cy="1966165"/>
            </a:xfrm>
            <a:custGeom>
              <a:avLst/>
              <a:gdLst>
                <a:gd name="connsiteX0" fmla="*/ 1399913 w 1399913"/>
                <a:gd name="connsiteY0" fmla="*/ 0 h 1966165"/>
                <a:gd name="connsiteX1" fmla="*/ 1399913 w 1399913"/>
                <a:gd name="connsiteY1" fmla="*/ 1678156 h 1966165"/>
                <a:gd name="connsiteX2" fmla="*/ 0 w 1399913"/>
                <a:gd name="connsiteY2" fmla="*/ 1966165 h 19661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399913" h="1966165">
                  <a:moveTo>
                    <a:pt x="1399913" y="0"/>
                  </a:moveTo>
                  <a:lnTo>
                    <a:pt x="1399913" y="1678156"/>
                  </a:lnTo>
                  <a:lnTo>
                    <a:pt x="0" y="1966165"/>
                  </a:ln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7627" tIns="35242" rIns="67627" bIns="35242" rtlCol="0" anchor="ctr">
              <a:normAutofit/>
            </a:bodyPr>
            <a:lstStyle/>
            <a:p>
              <a:pPr algn="ctr" defTabSz="914400"/>
              <a:endParaRPr lang="zh-CN" altLang="en-US" sz="1350" dirty="0"/>
            </a:p>
          </p:txBody>
        </p:sp>
        <p:sp>
          <p:nvSpPr>
            <p:cNvPr id="8" name="等腰三角形 7"/>
            <p:cNvSpPr/>
            <p:nvPr>
              <p:custDataLst>
                <p:tags r:id="rId8"/>
              </p:custDataLst>
            </p:nvPr>
          </p:nvSpPr>
          <p:spPr>
            <a:xfrm>
              <a:off x="10960100" y="5207000"/>
              <a:ext cx="1231900" cy="1651000"/>
            </a:xfrm>
            <a:prstGeom prst="triangle">
              <a:avLst>
                <a:gd name="adj" fmla="val 10000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7627" tIns="35242" rIns="67627" bIns="35242" rtlCol="0" anchor="ctr">
              <a:normAutofit fontScale="75000" lnSpcReduction="20000"/>
            </a:bodyPr>
            <a:lstStyle/>
            <a:p>
              <a:pPr algn="ctr" defTabSz="914400"/>
              <a:endParaRPr lang="zh-CN" altLang="en-US" sz="1350" dirty="0"/>
            </a:p>
          </p:txBody>
        </p:sp>
      </p:grpSp>
      <p:grpSp>
        <p:nvGrpSpPr>
          <p:cNvPr id="9" name="组合 8"/>
          <p:cNvGrpSpPr/>
          <p:nvPr userDrawn="1">
            <p:custDataLst>
              <p:tags r:id="rId9"/>
            </p:custDataLst>
          </p:nvPr>
        </p:nvGrpSpPr>
        <p:grpSpPr>
          <a:xfrm>
            <a:off x="2363726" y="3187277"/>
            <a:ext cx="327554" cy="406670"/>
            <a:chOff x="10608342" y="5053054"/>
            <a:chExt cx="1583658" cy="1966165"/>
          </a:xfrm>
        </p:grpSpPr>
        <p:sp>
          <p:nvSpPr>
            <p:cNvPr id="10" name="任意多边形: 形状 9"/>
            <p:cNvSpPr/>
            <p:nvPr>
              <p:custDataLst>
                <p:tags r:id="rId10"/>
              </p:custDataLst>
            </p:nvPr>
          </p:nvSpPr>
          <p:spPr>
            <a:xfrm rot="697528">
              <a:off x="10608342" y="5053054"/>
              <a:ext cx="1399913" cy="1966165"/>
            </a:xfrm>
            <a:custGeom>
              <a:avLst/>
              <a:gdLst>
                <a:gd name="connsiteX0" fmla="*/ 1399913 w 1399913"/>
                <a:gd name="connsiteY0" fmla="*/ 0 h 1966165"/>
                <a:gd name="connsiteX1" fmla="*/ 1399913 w 1399913"/>
                <a:gd name="connsiteY1" fmla="*/ 1678156 h 1966165"/>
                <a:gd name="connsiteX2" fmla="*/ 0 w 1399913"/>
                <a:gd name="connsiteY2" fmla="*/ 1966165 h 19661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399913" h="1966165">
                  <a:moveTo>
                    <a:pt x="1399913" y="0"/>
                  </a:moveTo>
                  <a:lnTo>
                    <a:pt x="1399913" y="1678156"/>
                  </a:lnTo>
                  <a:lnTo>
                    <a:pt x="0" y="1966165"/>
                  </a:ln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7627" tIns="35242" rIns="67627" bIns="35242" rtlCol="0" anchor="ctr">
              <a:normAutofit/>
            </a:bodyPr>
            <a:lstStyle/>
            <a:p>
              <a:pPr algn="ctr" defTabSz="914400"/>
              <a:endParaRPr lang="zh-CN" altLang="en-US" sz="1350">
                <a:solidFill>
                  <a:schemeClr val="bg1"/>
                </a:solidFill>
              </a:endParaRPr>
            </a:p>
          </p:txBody>
        </p:sp>
        <p:sp>
          <p:nvSpPr>
            <p:cNvPr id="11" name="等腰三角形 10"/>
            <p:cNvSpPr/>
            <p:nvPr>
              <p:custDataLst>
                <p:tags r:id="rId11"/>
              </p:custDataLst>
            </p:nvPr>
          </p:nvSpPr>
          <p:spPr>
            <a:xfrm>
              <a:off x="10960100" y="5207000"/>
              <a:ext cx="1231900" cy="1651000"/>
            </a:xfrm>
            <a:prstGeom prst="triangle">
              <a:avLst>
                <a:gd name="adj" fmla="val 10000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7627" tIns="35242" rIns="67627" bIns="35242" rtlCol="0" anchor="ctr">
              <a:normAutofit fontScale="75000" lnSpcReduction="20000"/>
            </a:bodyPr>
            <a:lstStyle/>
            <a:p>
              <a:pPr algn="ctr" defTabSz="914400"/>
              <a:endParaRPr lang="zh-CN" altLang="en-US" sz="1350" dirty="0"/>
            </a:p>
          </p:txBody>
        </p:sp>
      </p:grp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通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/>
          <p:cNvGrpSpPr/>
          <p:nvPr userDrawn="1">
            <p:custDataLst>
              <p:tags r:id="rId2"/>
            </p:custDataLst>
          </p:nvPr>
        </p:nvGrpSpPr>
        <p:grpSpPr>
          <a:xfrm>
            <a:off x="3001198" y="6045200"/>
            <a:ext cx="6142802" cy="812800"/>
            <a:chOff x="4001597" y="5613400"/>
            <a:chExt cx="8190403" cy="1244600"/>
          </a:xfrm>
        </p:grpSpPr>
        <p:sp>
          <p:nvSpPr>
            <p:cNvPr id="9" name="任意多边形: 形状 8"/>
            <p:cNvSpPr/>
            <p:nvPr>
              <p:custDataLst>
                <p:tags r:id="rId3"/>
              </p:custDataLst>
            </p:nvPr>
          </p:nvSpPr>
          <p:spPr>
            <a:xfrm>
              <a:off x="4001597" y="5613400"/>
              <a:ext cx="8190402" cy="1244600"/>
            </a:xfrm>
            <a:custGeom>
              <a:avLst/>
              <a:gdLst>
                <a:gd name="connsiteX0" fmla="*/ 8190402 w 8190402"/>
                <a:gd name="connsiteY0" fmla="*/ 0 h 1244600"/>
                <a:gd name="connsiteX1" fmla="*/ 8190402 w 8190402"/>
                <a:gd name="connsiteY1" fmla="*/ 1155849 h 1244600"/>
                <a:gd name="connsiteX2" fmla="*/ 4203232 w 8190402"/>
                <a:gd name="connsiteY2" fmla="*/ 1244600 h 1244600"/>
                <a:gd name="connsiteX3" fmla="*/ 0 w 8190402"/>
                <a:gd name="connsiteY3" fmla="*/ 1244600 h 1244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190402" h="1244600">
                  <a:moveTo>
                    <a:pt x="8190402" y="0"/>
                  </a:moveTo>
                  <a:lnTo>
                    <a:pt x="8190402" y="1155849"/>
                  </a:lnTo>
                  <a:lnTo>
                    <a:pt x="4203232" y="1244600"/>
                  </a:lnTo>
                  <a:lnTo>
                    <a:pt x="0" y="1244600"/>
                  </a:ln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/>
              <a:endParaRPr lang="zh-CN" altLang="en-US" sz="1350"/>
            </a:p>
          </p:txBody>
        </p:sp>
        <p:sp>
          <p:nvSpPr>
            <p:cNvPr id="10" name="等腰三角形 9"/>
            <p:cNvSpPr/>
            <p:nvPr>
              <p:custDataLst>
                <p:tags r:id="rId4"/>
              </p:custDataLst>
            </p:nvPr>
          </p:nvSpPr>
          <p:spPr>
            <a:xfrm>
              <a:off x="5816600" y="5949254"/>
              <a:ext cx="6375400" cy="908746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/>
              <a:endParaRPr lang="zh-CN" altLang="en-US" sz="1350"/>
            </a:p>
          </p:txBody>
        </p:sp>
      </p:grpSp>
      <p:sp>
        <p:nvSpPr>
          <p:cNvPr id="2" name="标题 1"/>
          <p:cNvSpPr>
            <a:spLocks noGrp="1"/>
          </p:cNvSpPr>
          <p:nvPr userDrawn="1">
            <p:ph type="title" hasCustomPrompt="1"/>
            <p:custDataLst>
              <p:tags r:id="rId5"/>
            </p:custDataLst>
          </p:nvPr>
        </p:nvSpPr>
        <p:spPr>
          <a:xfrm>
            <a:off x="628650" y="861887"/>
            <a:ext cx="7886700" cy="405363"/>
          </a:xfrm>
        </p:spPr>
        <p:txBody>
          <a:bodyPr>
            <a:normAutofit/>
          </a:bodyPr>
          <a:lstStyle>
            <a:lvl1pPr>
              <a:defRPr sz="1650" b="1" spc="2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 userDrawn="1">
            <p:ph type="dt" sz="half" idx="10"/>
            <p:custDataLst>
              <p:tags r:id="rId6"/>
            </p:custDataLst>
          </p:nvPr>
        </p:nvSpPr>
        <p:spPr>
          <a:xfrm>
            <a:off x="322307" y="6349833"/>
            <a:ext cx="2700000" cy="316800"/>
          </a:xfrm>
        </p:spPr>
        <p:txBody>
          <a:bodyPr/>
          <a:lstStyle>
            <a:lvl1pPr>
              <a:defRPr baseline="0">
                <a:latin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 userDrawn="1">
            <p:ph type="ftr" sz="quarter" idx="11"/>
            <p:custDataLst>
              <p:tags r:id="rId7"/>
            </p:custDataLst>
          </p:nvPr>
        </p:nvSpPr>
        <p:spPr>
          <a:xfrm>
            <a:off x="2592000" y="6349833"/>
            <a:ext cx="3960000" cy="316800"/>
          </a:xfrm>
        </p:spPr>
        <p:txBody>
          <a:bodyPr/>
          <a:lstStyle>
            <a:lvl1pPr>
              <a:defRPr baseline="0">
                <a:latin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 userDrawn="1">
            <p:ph type="sldNum" sz="quarter" idx="12"/>
            <p:custDataLst>
              <p:tags r:id="rId8"/>
            </p:custDataLst>
          </p:nvPr>
        </p:nvSpPr>
        <p:spPr>
          <a:xfrm>
            <a:off x="6120450" y="6349833"/>
            <a:ext cx="2700000" cy="316800"/>
          </a:xfrm>
        </p:spPr>
        <p:txBody>
          <a:bodyPr/>
          <a:lstStyle>
            <a:lvl1pPr>
              <a:defRPr baseline="0">
                <a:latin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相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2"/>
            </p:custDataLst>
          </p:nvPr>
        </p:nvSpPr>
        <p:spPr>
          <a:xfrm>
            <a:off x="219551" y="304165"/>
            <a:ext cx="8704898" cy="624967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350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grpSp>
        <p:nvGrpSpPr>
          <p:cNvPr id="11" name="组合 10"/>
          <p:cNvGrpSpPr/>
          <p:nvPr userDrawn="1">
            <p:custDataLst>
              <p:tags r:id="rId3"/>
            </p:custDataLst>
          </p:nvPr>
        </p:nvGrpSpPr>
        <p:grpSpPr>
          <a:xfrm rot="16200000">
            <a:off x="8257223" y="466328"/>
            <a:ext cx="553403" cy="687229"/>
            <a:chOff x="10608342" y="5053054"/>
            <a:chExt cx="1583658" cy="1966165"/>
          </a:xfrm>
        </p:grpSpPr>
        <p:sp>
          <p:nvSpPr>
            <p:cNvPr id="12" name="任意多边形: 形状 11"/>
            <p:cNvSpPr/>
            <p:nvPr>
              <p:custDataLst>
                <p:tags r:id="rId4"/>
              </p:custDataLst>
            </p:nvPr>
          </p:nvSpPr>
          <p:spPr>
            <a:xfrm rot="697528">
              <a:off x="10608342" y="5053054"/>
              <a:ext cx="1399913" cy="1966165"/>
            </a:xfrm>
            <a:custGeom>
              <a:avLst/>
              <a:gdLst>
                <a:gd name="connsiteX0" fmla="*/ 1399913 w 1399913"/>
                <a:gd name="connsiteY0" fmla="*/ 0 h 1966165"/>
                <a:gd name="connsiteX1" fmla="*/ 1399913 w 1399913"/>
                <a:gd name="connsiteY1" fmla="*/ 1678156 h 1966165"/>
                <a:gd name="connsiteX2" fmla="*/ 0 w 1399913"/>
                <a:gd name="connsiteY2" fmla="*/ 1966165 h 19661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399913" h="1966165">
                  <a:moveTo>
                    <a:pt x="1399913" y="0"/>
                  </a:moveTo>
                  <a:lnTo>
                    <a:pt x="1399913" y="1678156"/>
                  </a:lnTo>
                  <a:lnTo>
                    <a:pt x="0" y="1966165"/>
                  </a:ln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/>
              <a:endParaRPr lang="zh-CN" altLang="en-US" sz="1350">
                <a:ea typeface="微软雅黑" panose="020B0503020204020204" charset="-122"/>
              </a:endParaRPr>
            </a:p>
          </p:txBody>
        </p:sp>
        <p:sp>
          <p:nvSpPr>
            <p:cNvPr id="13" name="等腰三角形 12"/>
            <p:cNvSpPr/>
            <p:nvPr>
              <p:custDataLst>
                <p:tags r:id="rId5"/>
              </p:custDataLst>
            </p:nvPr>
          </p:nvSpPr>
          <p:spPr>
            <a:xfrm>
              <a:off x="10960100" y="5207000"/>
              <a:ext cx="1231900" cy="1651000"/>
            </a:xfrm>
            <a:prstGeom prst="triangle">
              <a:avLst>
                <a:gd name="adj" fmla="val 10000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/>
              <a:endParaRPr lang="zh-CN" altLang="en-US" sz="1350">
                <a:ea typeface="微软雅黑" panose="020B0503020204020204" charset="-122"/>
              </a:endParaRPr>
            </a:p>
          </p:txBody>
        </p:sp>
      </p:grpSp>
      <p:grpSp>
        <p:nvGrpSpPr>
          <p:cNvPr id="14" name="组合 13"/>
          <p:cNvGrpSpPr/>
          <p:nvPr userDrawn="1">
            <p:custDataLst>
              <p:tags r:id="rId6"/>
            </p:custDataLst>
          </p:nvPr>
        </p:nvGrpSpPr>
        <p:grpSpPr>
          <a:xfrm rot="5400000">
            <a:off x="332899" y="5699363"/>
            <a:ext cx="553403" cy="687229"/>
            <a:chOff x="10608342" y="5053054"/>
            <a:chExt cx="1583658" cy="1966165"/>
          </a:xfrm>
        </p:grpSpPr>
        <p:sp>
          <p:nvSpPr>
            <p:cNvPr id="16" name="任意多边形: 形状 15"/>
            <p:cNvSpPr/>
            <p:nvPr>
              <p:custDataLst>
                <p:tags r:id="rId7"/>
              </p:custDataLst>
            </p:nvPr>
          </p:nvSpPr>
          <p:spPr>
            <a:xfrm rot="697528">
              <a:off x="10608342" y="5053054"/>
              <a:ext cx="1399913" cy="1966165"/>
            </a:xfrm>
            <a:custGeom>
              <a:avLst/>
              <a:gdLst>
                <a:gd name="connsiteX0" fmla="*/ 1399913 w 1399913"/>
                <a:gd name="connsiteY0" fmla="*/ 0 h 1966165"/>
                <a:gd name="connsiteX1" fmla="*/ 1399913 w 1399913"/>
                <a:gd name="connsiteY1" fmla="*/ 1678156 h 1966165"/>
                <a:gd name="connsiteX2" fmla="*/ 0 w 1399913"/>
                <a:gd name="connsiteY2" fmla="*/ 1966165 h 19661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399913" h="1966165">
                  <a:moveTo>
                    <a:pt x="1399913" y="0"/>
                  </a:moveTo>
                  <a:lnTo>
                    <a:pt x="1399913" y="1678156"/>
                  </a:lnTo>
                  <a:lnTo>
                    <a:pt x="0" y="1966165"/>
                  </a:ln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/>
              <a:endParaRPr lang="zh-CN" altLang="en-US" sz="1350">
                <a:ea typeface="微软雅黑" panose="020B0503020204020204" charset="-122"/>
              </a:endParaRPr>
            </a:p>
          </p:txBody>
        </p:sp>
        <p:sp>
          <p:nvSpPr>
            <p:cNvPr id="17" name="等腰三角形 16"/>
            <p:cNvSpPr/>
            <p:nvPr>
              <p:custDataLst>
                <p:tags r:id="rId8"/>
              </p:custDataLst>
            </p:nvPr>
          </p:nvSpPr>
          <p:spPr>
            <a:xfrm>
              <a:off x="10960100" y="5207000"/>
              <a:ext cx="1231900" cy="1651000"/>
            </a:xfrm>
            <a:prstGeom prst="triangle">
              <a:avLst>
                <a:gd name="adj" fmla="val 10000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/>
              <a:endParaRPr lang="zh-CN" altLang="en-US" sz="1350">
                <a:ea typeface="微软雅黑" panose="020B0503020204020204" charset="-122"/>
              </a:endParaRPr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9"/>
            </p:custDataLst>
          </p:nvPr>
        </p:nvSpPr>
        <p:spPr>
          <a:xfrm>
            <a:off x="961200" y="1339650"/>
            <a:ext cx="7219800" cy="542700"/>
          </a:xfrm>
        </p:spPr>
        <p:txBody>
          <a:bodyPr anchor="ctr"/>
          <a:lstStyle>
            <a:lvl1pPr>
              <a:defRPr sz="2400" b="1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 hasCustomPrompt="1"/>
            <p:custDataLst>
              <p:tags r:id="rId10"/>
            </p:custDataLst>
          </p:nvPr>
        </p:nvSpPr>
        <p:spPr>
          <a:xfrm>
            <a:off x="960835" y="2594250"/>
            <a:ext cx="7219950" cy="2583900"/>
          </a:xfrm>
        </p:spPr>
        <p:txBody>
          <a:bodyPr>
            <a:normAutofit/>
          </a:bodyPr>
          <a:lstStyle>
            <a:lvl1pPr marL="0" indent="0">
              <a:buNone/>
              <a:defRPr sz="1200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/>
              <a:t>单击此处添加文本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1"/>
            </p:custDataLst>
          </p:nvPr>
        </p:nvSpPr>
        <p:spPr>
          <a:xfrm>
            <a:off x="322307" y="6349833"/>
            <a:ext cx="2700000" cy="316800"/>
          </a:xfrm>
        </p:spPr>
        <p:txBody>
          <a:bodyPr/>
          <a:lstStyle>
            <a:lvl1pPr>
              <a:defRPr u="none" strike="noStrike" kern="1200" cap="none" spc="0" normalizeH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>
          <a:xfrm>
            <a:off x="6120450" y="6349833"/>
            <a:ext cx="2700000" cy="316800"/>
          </a:xfrm>
        </p:spPr>
        <p:txBody>
          <a:bodyPr/>
          <a:lstStyle>
            <a:lvl1pPr>
              <a:defRPr u="none" strike="noStrike" kern="1200" cap="none" spc="0" normalizeH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3"/>
            </p:custDataLst>
          </p:nvPr>
        </p:nvSpPr>
        <p:spPr>
          <a:xfrm>
            <a:off x="2592000" y="6349833"/>
            <a:ext cx="3960000" cy="316800"/>
          </a:xfrm>
        </p:spPr>
        <p:txBody>
          <a:bodyPr/>
          <a:lstStyle>
            <a:lvl1pPr>
              <a:defRPr u="none" strike="noStrike" kern="1200" cap="none" spc="0" normalizeH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左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3617595" cy="6858635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 defTabSz="914400"/>
            <a:endParaRPr lang="en-US" altLang="zh-CN" sz="1350" dirty="0"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 userDrawn="1">
            <p:ph type="title" hasCustomPrompt="1"/>
            <p:custDataLst>
              <p:tags r:id="rId3"/>
            </p:custDataLst>
          </p:nvPr>
        </p:nvSpPr>
        <p:spPr>
          <a:xfrm>
            <a:off x="437400" y="880650"/>
            <a:ext cx="2970000" cy="661500"/>
          </a:xfrm>
        </p:spPr>
        <p:txBody>
          <a:bodyPr anchor="ctr">
            <a:normAutofit/>
          </a:bodyPr>
          <a:lstStyle>
            <a:lvl1pPr>
              <a:defRPr sz="2400" b="1" u="none" strike="noStrike" kern="1200" cap="none" spc="0" normalizeH="0" baseline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322307" y="6349833"/>
            <a:ext cx="2700000" cy="316800"/>
          </a:xfrm>
        </p:spPr>
        <p:txBody>
          <a:bodyPr/>
          <a:lstStyle>
            <a:lvl1pPr>
              <a:defRPr u="none" strike="noStrike" kern="1200" cap="none" spc="0" normalizeH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 userDrawn="1">
            <p:ph type="ftr" sz="quarter" idx="11"/>
            <p:custDataLst>
              <p:tags r:id="rId5"/>
            </p:custDataLst>
          </p:nvPr>
        </p:nvSpPr>
        <p:spPr>
          <a:xfrm>
            <a:off x="2592000" y="6349833"/>
            <a:ext cx="3960000" cy="316800"/>
          </a:xfrm>
        </p:spPr>
        <p:txBody>
          <a:bodyPr/>
          <a:lstStyle>
            <a:lvl1pPr>
              <a:defRPr u="none" strike="noStrike" kern="1200" cap="none" spc="0" normalizeH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 userDrawn="1">
            <p:ph type="sldNum" sz="quarter" idx="12"/>
            <p:custDataLst>
              <p:tags r:id="rId6"/>
            </p:custDataLst>
          </p:nvPr>
        </p:nvSpPr>
        <p:spPr>
          <a:xfrm>
            <a:off x="6120450" y="6349833"/>
            <a:ext cx="2700000" cy="316800"/>
          </a:xfrm>
        </p:spPr>
        <p:txBody>
          <a:bodyPr/>
          <a:lstStyle>
            <a:lvl1pPr>
              <a:defRPr u="none" strike="noStrike" kern="1200" cap="none" spc="0" normalizeH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 userDrawn="1">
            <p:ph type="body" sz="quarter" idx="13"/>
            <p:custDataLst>
              <p:tags r:id="rId7"/>
            </p:custDataLst>
          </p:nvPr>
        </p:nvSpPr>
        <p:spPr>
          <a:xfrm>
            <a:off x="440100" y="2275650"/>
            <a:ext cx="2967300" cy="3069900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None/>
              <a:defRPr sz="1200" u="none" strike="noStrike" kern="1200" cap="none" spc="0" normalizeH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marL="342900" indent="0"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None/>
              <a:defRPr sz="1200" u="none" strike="noStrike" kern="1200" cap="none" spc="0" normalizeH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 marL="685800" indent="0"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None/>
              <a:defRPr sz="1200" u="none" strike="noStrike" kern="1200" cap="none" spc="0" normalizeH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 marL="1028700" indent="0"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None/>
              <a:defRPr sz="1200" u="none" strike="noStrike" kern="1200" cap="none" spc="0" normalizeH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 marL="1371600" indent="0"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None/>
              <a:defRPr sz="1200" u="none" strike="noStrike" kern="1200" cap="none" spc="0" normalizeH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 userDrawn="1">
            <p:ph sz="quarter" idx="14"/>
            <p:custDataLst>
              <p:tags r:id="rId8"/>
            </p:custDataLst>
          </p:nvPr>
        </p:nvSpPr>
        <p:spPr>
          <a:xfrm>
            <a:off x="3825900" y="1405930"/>
            <a:ext cx="4860000" cy="3815953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None/>
              <a:defRPr sz="1200" u="none" strike="noStrike" kern="1200" cap="none" spc="0" normalizeH="0" baseline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marL="342900" indent="0"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None/>
              <a:defRPr sz="1200" u="none" strike="noStrike" kern="1200" cap="none" spc="0" normalizeH="0" baseline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 marL="685800" indent="0"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None/>
              <a:defRPr sz="1200" u="none" strike="noStrike" kern="1200" cap="none" spc="0" normalizeH="0" baseline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 marL="1028700" indent="0"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None/>
              <a:defRPr sz="1200" u="none" strike="noStrike" kern="1200" cap="none" spc="0" normalizeH="0" baseline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 marL="1371600" indent="0"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None/>
              <a:defRPr sz="1200" u="none" strike="noStrike" kern="1200" cap="none" spc="0" normalizeH="0" baseline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>
                <a:sym typeface="+mn-ea"/>
              </a:rPr>
              <a:t>第</a:t>
            </a:r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>
                <a:sym typeface="+mn-ea"/>
              </a:rPr>
              <a:t>第</a:t>
            </a:r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>
                <a:sym typeface="+mn-ea"/>
              </a:rPr>
              <a:t>第</a:t>
            </a:r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>
                <a:sym typeface="+mn-ea"/>
              </a:rPr>
              <a:t>第</a:t>
            </a:r>
            <a:r>
              <a:rPr lang="zh-CN" altLang="en-US"/>
              <a:t>五级</a:t>
            </a:r>
            <a:endParaRPr lang="zh-CN" altLang="en-US" dirty="0"/>
          </a:p>
        </p:txBody>
      </p:sp>
      <p:grpSp>
        <p:nvGrpSpPr>
          <p:cNvPr id="11" name="组合 10"/>
          <p:cNvGrpSpPr/>
          <p:nvPr userDrawn="1">
            <p:custDataLst>
              <p:tags r:id="rId9"/>
            </p:custDataLst>
          </p:nvPr>
        </p:nvGrpSpPr>
        <p:grpSpPr>
          <a:xfrm>
            <a:off x="-1" y="0"/>
            <a:ext cx="3617595" cy="769938"/>
            <a:chOff x="-1" y="0"/>
            <a:chExt cx="4823460" cy="769938"/>
          </a:xfrm>
        </p:grpSpPr>
        <p:sp>
          <p:nvSpPr>
            <p:cNvPr id="12" name="任意多边形: 形状 11"/>
            <p:cNvSpPr/>
            <p:nvPr>
              <p:custDataLst>
                <p:tags r:id="rId10"/>
              </p:custDataLst>
            </p:nvPr>
          </p:nvSpPr>
          <p:spPr>
            <a:xfrm rot="10800000">
              <a:off x="0" y="0"/>
              <a:ext cx="4823459" cy="769938"/>
            </a:xfrm>
            <a:custGeom>
              <a:avLst/>
              <a:gdLst>
                <a:gd name="connsiteX0" fmla="*/ 8190402 w 8190402"/>
                <a:gd name="connsiteY0" fmla="*/ 0 h 1244600"/>
                <a:gd name="connsiteX1" fmla="*/ 8190402 w 8190402"/>
                <a:gd name="connsiteY1" fmla="*/ 1155849 h 1244600"/>
                <a:gd name="connsiteX2" fmla="*/ 4203232 w 8190402"/>
                <a:gd name="connsiteY2" fmla="*/ 1244600 h 1244600"/>
                <a:gd name="connsiteX3" fmla="*/ 0 w 8190402"/>
                <a:gd name="connsiteY3" fmla="*/ 1244600 h 1244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190402" h="1244600">
                  <a:moveTo>
                    <a:pt x="8190402" y="0"/>
                  </a:moveTo>
                  <a:lnTo>
                    <a:pt x="8190402" y="1155849"/>
                  </a:lnTo>
                  <a:lnTo>
                    <a:pt x="4203232" y="1244600"/>
                  </a:lnTo>
                  <a:lnTo>
                    <a:pt x="0" y="1244600"/>
                  </a:lnTo>
                  <a:close/>
                </a:path>
              </a:pathLst>
            </a:custGeom>
            <a:solidFill>
              <a:schemeClr val="accent1">
                <a:lumMod val="40000"/>
                <a:lumOff val="60000"/>
                <a:alpha val="4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/>
              <a:endParaRPr lang="zh-CN" altLang="en-US" sz="1350" dirty="0">
                <a:ea typeface="微软雅黑" panose="020B0503020204020204" charset="-122"/>
              </a:endParaRPr>
            </a:p>
          </p:txBody>
        </p:sp>
        <p:sp>
          <p:nvSpPr>
            <p:cNvPr id="14" name="等腰三角形 13"/>
            <p:cNvSpPr/>
            <p:nvPr>
              <p:custDataLst>
                <p:tags r:id="rId11"/>
              </p:custDataLst>
            </p:nvPr>
          </p:nvSpPr>
          <p:spPr>
            <a:xfrm rot="10800000">
              <a:off x="-1" y="0"/>
              <a:ext cx="3754576" cy="562171"/>
            </a:xfrm>
            <a:prstGeom prst="triangle">
              <a:avLst>
                <a:gd name="adj" fmla="val 10000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/>
              <a:endParaRPr lang="zh-CN" altLang="en-US" sz="1350" dirty="0">
                <a:solidFill>
                  <a:schemeClr val="tx1">
                    <a:lumMod val="85000"/>
                    <a:lumOff val="15000"/>
                  </a:schemeClr>
                </a:solidFill>
                <a:ea typeface="微软雅黑" panose="020B0503020204020204" charset="-122"/>
              </a:endParaRPr>
            </a:p>
          </p:txBody>
        </p:sp>
      </p:grp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上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9144000" cy="2664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 defTabSz="914400"/>
            <a:endParaRPr lang="en-US" altLang="zh-CN" sz="1350"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 userDrawn="1">
            <p:ph type="title"/>
            <p:custDataLst>
              <p:tags r:id="rId3"/>
            </p:custDataLst>
          </p:nvPr>
        </p:nvSpPr>
        <p:spPr>
          <a:xfrm>
            <a:off x="459000" y="859500"/>
            <a:ext cx="8232300" cy="469800"/>
          </a:xfrm>
        </p:spPr>
        <p:txBody>
          <a:bodyPr anchor="ctr"/>
          <a:lstStyle>
            <a:lvl1pPr algn="ctr">
              <a:defRPr sz="2700" b="1" u="none" strike="noStrike" kern="1200" cap="none" spc="0" normalizeH="0" baseline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 userDrawn="1">
            <p:ph type="dt" sz="half" idx="10"/>
            <p:custDataLst>
              <p:tags r:id="rId4"/>
            </p:custDataLst>
          </p:nvPr>
        </p:nvSpPr>
        <p:spPr>
          <a:xfrm>
            <a:off x="322307" y="6349833"/>
            <a:ext cx="2700000" cy="316800"/>
          </a:xfrm>
        </p:spPr>
        <p:txBody>
          <a:bodyPr/>
          <a:lstStyle>
            <a:lvl1pPr>
              <a:defRPr u="none" strike="noStrike" kern="1200" cap="none" spc="0" normalizeH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 userDrawn="1">
            <p:ph type="ftr" sz="quarter" idx="11"/>
            <p:custDataLst>
              <p:tags r:id="rId5"/>
            </p:custDataLst>
          </p:nvPr>
        </p:nvSpPr>
        <p:spPr>
          <a:xfrm>
            <a:off x="2592000" y="6349833"/>
            <a:ext cx="3960000" cy="316800"/>
          </a:xfrm>
        </p:spPr>
        <p:txBody>
          <a:bodyPr/>
          <a:lstStyle>
            <a:lvl1pPr>
              <a:defRPr u="none" strike="noStrike" kern="1200" cap="none" spc="0" normalizeH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 userDrawn="1">
            <p:ph type="sldNum" sz="quarter" idx="12"/>
            <p:custDataLst>
              <p:tags r:id="rId6"/>
            </p:custDataLst>
          </p:nvPr>
        </p:nvSpPr>
        <p:spPr>
          <a:xfrm>
            <a:off x="6120450" y="6349833"/>
            <a:ext cx="2700000" cy="316800"/>
          </a:xfrm>
        </p:spPr>
        <p:txBody>
          <a:bodyPr/>
          <a:lstStyle>
            <a:lvl1pPr>
              <a:defRPr u="none" strike="noStrike" kern="1200" cap="none" spc="0" normalizeH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 userDrawn="1">
            <p:ph type="body" sz="quarter" idx="13"/>
            <p:custDataLst>
              <p:tags r:id="rId7"/>
            </p:custDataLst>
          </p:nvPr>
        </p:nvSpPr>
        <p:spPr>
          <a:xfrm>
            <a:off x="459000" y="1763100"/>
            <a:ext cx="8231981" cy="621000"/>
          </a:xfrm>
        </p:spPr>
        <p:txBody>
          <a:bodyPr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  <a:defRPr sz="1200" u="none" strike="noStrike" kern="1200" cap="none" spc="0" normalizeH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 userDrawn="1">
            <p:ph sz="quarter" idx="14"/>
            <p:custDataLst>
              <p:tags r:id="rId8"/>
            </p:custDataLst>
          </p:nvPr>
        </p:nvSpPr>
        <p:spPr>
          <a:xfrm>
            <a:off x="459581" y="3236850"/>
            <a:ext cx="8224200" cy="2573100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Aft>
                <a:spcPts val="1000"/>
              </a:spcAft>
              <a:buNone/>
              <a:defRPr sz="1200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marL="342900" indent="0">
              <a:lnSpc>
                <a:spcPct val="130000"/>
              </a:lnSpc>
              <a:spcAft>
                <a:spcPts val="1000"/>
              </a:spcAft>
              <a:buNone/>
              <a:defRPr sz="1200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 marL="685800" indent="0">
              <a:lnSpc>
                <a:spcPct val="130000"/>
              </a:lnSpc>
              <a:spcAft>
                <a:spcPts val="1000"/>
              </a:spcAft>
              <a:buNone/>
              <a:defRPr sz="1200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 marL="1028700" indent="0">
              <a:lnSpc>
                <a:spcPct val="130000"/>
              </a:lnSpc>
              <a:spcAft>
                <a:spcPts val="1000"/>
              </a:spcAft>
              <a:buNone/>
              <a:defRPr sz="1200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 marL="1371600" indent="0">
              <a:lnSpc>
                <a:spcPct val="130000"/>
              </a:lnSpc>
              <a:spcAft>
                <a:spcPts val="1000"/>
              </a:spcAft>
              <a:buNone/>
              <a:defRPr sz="1200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grpSp>
        <p:nvGrpSpPr>
          <p:cNvPr id="12" name="组合 11"/>
          <p:cNvGrpSpPr/>
          <p:nvPr userDrawn="1">
            <p:custDataLst>
              <p:tags r:id="rId9"/>
            </p:custDataLst>
          </p:nvPr>
        </p:nvGrpSpPr>
        <p:grpSpPr>
          <a:xfrm flipV="1">
            <a:off x="4441372" y="0"/>
            <a:ext cx="4702628" cy="812800"/>
            <a:chOff x="4001597" y="5613400"/>
            <a:chExt cx="8190403" cy="1244600"/>
          </a:xfrm>
        </p:grpSpPr>
        <p:sp>
          <p:nvSpPr>
            <p:cNvPr id="14" name="任意多边形: 形状 13"/>
            <p:cNvSpPr/>
            <p:nvPr>
              <p:custDataLst>
                <p:tags r:id="rId10"/>
              </p:custDataLst>
            </p:nvPr>
          </p:nvSpPr>
          <p:spPr>
            <a:xfrm>
              <a:off x="4001597" y="5613400"/>
              <a:ext cx="8190402" cy="1244600"/>
            </a:xfrm>
            <a:custGeom>
              <a:avLst/>
              <a:gdLst>
                <a:gd name="connsiteX0" fmla="*/ 8190402 w 8190402"/>
                <a:gd name="connsiteY0" fmla="*/ 0 h 1244600"/>
                <a:gd name="connsiteX1" fmla="*/ 8190402 w 8190402"/>
                <a:gd name="connsiteY1" fmla="*/ 1155849 h 1244600"/>
                <a:gd name="connsiteX2" fmla="*/ 4203232 w 8190402"/>
                <a:gd name="connsiteY2" fmla="*/ 1244600 h 1244600"/>
                <a:gd name="connsiteX3" fmla="*/ 0 w 8190402"/>
                <a:gd name="connsiteY3" fmla="*/ 1244600 h 1244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190402" h="1244600">
                  <a:moveTo>
                    <a:pt x="8190402" y="0"/>
                  </a:moveTo>
                  <a:lnTo>
                    <a:pt x="8190402" y="1155849"/>
                  </a:lnTo>
                  <a:lnTo>
                    <a:pt x="4203232" y="1244600"/>
                  </a:lnTo>
                  <a:lnTo>
                    <a:pt x="0" y="1244600"/>
                  </a:ln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/>
              <a:endParaRPr lang="zh-CN" altLang="en-US" sz="1350">
                <a:ea typeface="微软雅黑" panose="020B0503020204020204" charset="-122"/>
              </a:endParaRPr>
            </a:p>
          </p:txBody>
        </p:sp>
        <p:sp>
          <p:nvSpPr>
            <p:cNvPr id="15" name="等腰三角形 14"/>
            <p:cNvSpPr/>
            <p:nvPr>
              <p:custDataLst>
                <p:tags r:id="rId11"/>
              </p:custDataLst>
            </p:nvPr>
          </p:nvSpPr>
          <p:spPr>
            <a:xfrm>
              <a:off x="5816600" y="5949254"/>
              <a:ext cx="6375400" cy="908746"/>
            </a:xfrm>
            <a:prstGeom prst="triangle">
              <a:avLst>
                <a:gd name="adj" fmla="val 10000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/>
              <a:endParaRPr lang="zh-CN" altLang="en-US" sz="1350">
                <a:ea typeface="微软雅黑" panose="020B0503020204020204" charset="-122"/>
              </a:endParaRPr>
            </a:p>
          </p:txBody>
        </p:sp>
      </p:grp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下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组合 11"/>
          <p:cNvGrpSpPr/>
          <p:nvPr userDrawn="1">
            <p:custDataLst>
              <p:tags r:id="rId2"/>
            </p:custDataLst>
          </p:nvPr>
        </p:nvGrpSpPr>
        <p:grpSpPr>
          <a:xfrm flipV="1">
            <a:off x="4441372" y="0"/>
            <a:ext cx="4702628" cy="812800"/>
            <a:chOff x="4001597" y="5613400"/>
            <a:chExt cx="8190403" cy="1244600"/>
          </a:xfrm>
        </p:grpSpPr>
        <p:sp>
          <p:nvSpPr>
            <p:cNvPr id="14" name="任意多边形: 形状 13"/>
            <p:cNvSpPr/>
            <p:nvPr>
              <p:custDataLst>
                <p:tags r:id="rId3"/>
              </p:custDataLst>
            </p:nvPr>
          </p:nvSpPr>
          <p:spPr>
            <a:xfrm>
              <a:off x="4001597" y="5613400"/>
              <a:ext cx="8190402" cy="1244600"/>
            </a:xfrm>
            <a:custGeom>
              <a:avLst/>
              <a:gdLst>
                <a:gd name="connsiteX0" fmla="*/ 8190402 w 8190402"/>
                <a:gd name="connsiteY0" fmla="*/ 0 h 1244600"/>
                <a:gd name="connsiteX1" fmla="*/ 8190402 w 8190402"/>
                <a:gd name="connsiteY1" fmla="*/ 1155849 h 1244600"/>
                <a:gd name="connsiteX2" fmla="*/ 4203232 w 8190402"/>
                <a:gd name="connsiteY2" fmla="*/ 1244600 h 1244600"/>
                <a:gd name="connsiteX3" fmla="*/ 0 w 8190402"/>
                <a:gd name="connsiteY3" fmla="*/ 1244600 h 1244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190402" h="1244600">
                  <a:moveTo>
                    <a:pt x="8190402" y="0"/>
                  </a:moveTo>
                  <a:lnTo>
                    <a:pt x="8190402" y="1155849"/>
                  </a:lnTo>
                  <a:lnTo>
                    <a:pt x="4203232" y="1244600"/>
                  </a:lnTo>
                  <a:lnTo>
                    <a:pt x="0" y="1244600"/>
                  </a:ln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/>
              <a:endParaRPr lang="zh-CN" altLang="en-US" sz="1350">
                <a:latin typeface="Arial" panose="020B0604020202020204" pitchFamily="34" charset="0"/>
                <a:ea typeface="微软雅黑" panose="020B0503020204020204" charset="-122"/>
              </a:endParaRPr>
            </a:p>
          </p:txBody>
        </p:sp>
        <p:sp>
          <p:nvSpPr>
            <p:cNvPr id="15" name="等腰三角形 14"/>
            <p:cNvSpPr/>
            <p:nvPr>
              <p:custDataLst>
                <p:tags r:id="rId4"/>
              </p:custDataLst>
            </p:nvPr>
          </p:nvSpPr>
          <p:spPr>
            <a:xfrm>
              <a:off x="5816600" y="5949254"/>
              <a:ext cx="6375400" cy="908746"/>
            </a:xfrm>
            <a:prstGeom prst="triangle">
              <a:avLst>
                <a:gd name="adj" fmla="val 10000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/>
              <a:endParaRPr lang="zh-CN" altLang="en-US" sz="1350">
                <a:ea typeface="微软雅黑" panose="020B0503020204020204" charset="-122"/>
              </a:endParaRPr>
            </a:p>
          </p:txBody>
        </p:sp>
      </p:grpSp>
      <p:sp>
        <p:nvSpPr>
          <p:cNvPr id="13" name="矩形 12"/>
          <p:cNvSpPr/>
          <p:nvPr userDrawn="1">
            <p:custDataLst>
              <p:tags r:id="rId5"/>
            </p:custDataLst>
          </p:nvPr>
        </p:nvSpPr>
        <p:spPr>
          <a:xfrm>
            <a:off x="0" y="5041901"/>
            <a:ext cx="9144000" cy="1828799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 defTabSz="914400"/>
            <a:endParaRPr lang="en-US" altLang="zh-CN" sz="1350">
              <a:ea typeface="微软雅黑" panose="020B0503020204020204" charset="-122"/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 userDrawn="1">
            <p:ph type="title"/>
            <p:custDataLst>
              <p:tags r:id="rId6"/>
            </p:custDataLst>
          </p:nvPr>
        </p:nvSpPr>
        <p:spPr>
          <a:xfrm>
            <a:off x="453390" y="739934"/>
            <a:ext cx="8232458" cy="423863"/>
          </a:xfrm>
        </p:spPr>
        <p:txBody>
          <a:bodyPr anchor="ctr"/>
          <a:lstStyle>
            <a:lvl1pPr algn="ctr">
              <a:lnSpc>
                <a:spcPct val="100000"/>
              </a:lnSpc>
              <a:defRPr sz="2400" b="1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 userDrawn="1">
            <p:ph type="dt" sz="half" idx="10"/>
            <p:custDataLst>
              <p:tags r:id="rId7"/>
            </p:custDataLst>
          </p:nvPr>
        </p:nvSpPr>
        <p:spPr>
          <a:xfrm>
            <a:off x="322307" y="6349833"/>
            <a:ext cx="2700000" cy="316800"/>
          </a:xfrm>
        </p:spPr>
        <p:txBody>
          <a:bodyPr/>
          <a:lstStyle>
            <a:lvl1pPr>
              <a:defRPr u="none" strike="noStrike" kern="1200" cap="none" spc="0" normalizeH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 userDrawn="1">
            <p:ph type="ftr" sz="quarter" idx="11"/>
            <p:custDataLst>
              <p:tags r:id="rId8"/>
            </p:custDataLst>
          </p:nvPr>
        </p:nvSpPr>
        <p:spPr>
          <a:xfrm>
            <a:off x="2592000" y="6349833"/>
            <a:ext cx="3960000" cy="316800"/>
          </a:xfrm>
        </p:spPr>
        <p:txBody>
          <a:bodyPr/>
          <a:lstStyle>
            <a:lvl1pPr>
              <a:defRPr u="none" strike="noStrike" kern="1200" cap="none" spc="0" normalizeH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 userDrawn="1">
            <p:ph type="sldNum" sz="quarter" idx="12"/>
            <p:custDataLst>
              <p:tags r:id="rId9"/>
            </p:custDataLst>
          </p:nvPr>
        </p:nvSpPr>
        <p:spPr>
          <a:xfrm>
            <a:off x="6120450" y="6349833"/>
            <a:ext cx="2700000" cy="316800"/>
          </a:xfrm>
        </p:spPr>
        <p:txBody>
          <a:bodyPr/>
          <a:lstStyle>
            <a:lvl1pPr>
              <a:defRPr u="none" strike="noStrike" kern="1200" cap="none" spc="0" normalizeH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 userDrawn="1">
            <p:ph sz="quarter" idx="13"/>
            <p:custDataLst>
              <p:tags r:id="rId10"/>
            </p:custDataLst>
          </p:nvPr>
        </p:nvSpPr>
        <p:spPr>
          <a:xfrm>
            <a:off x="453628" y="2082600"/>
            <a:ext cx="8243100" cy="2408400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None/>
              <a:defRPr sz="1200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marL="342900" indent="0"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None/>
              <a:defRPr sz="1200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 marL="685800" indent="0"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None/>
              <a:defRPr sz="1200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 marL="1028700" indent="0"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None/>
              <a:defRPr sz="1200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 marL="1371600" indent="0"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None/>
              <a:defRPr sz="1200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9" name="文本占位符 8"/>
          <p:cNvSpPr>
            <a:spLocks noGrp="1"/>
          </p:cNvSpPr>
          <p:nvPr userDrawn="1">
            <p:ph type="body" sz="quarter" idx="14"/>
            <p:custDataLst>
              <p:tags r:id="rId11"/>
            </p:custDataLst>
          </p:nvPr>
        </p:nvSpPr>
        <p:spPr>
          <a:xfrm>
            <a:off x="445500" y="5306850"/>
            <a:ext cx="8251200" cy="758700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sz="1200" u="none" strike="noStrike" kern="1200" cap="none" spc="0" normalizeH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导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组合 15"/>
          <p:cNvGrpSpPr/>
          <p:nvPr userDrawn="1">
            <p:custDataLst>
              <p:tags r:id="rId2"/>
            </p:custDataLst>
          </p:nvPr>
        </p:nvGrpSpPr>
        <p:grpSpPr>
          <a:xfrm>
            <a:off x="3001198" y="6045200"/>
            <a:ext cx="6142802" cy="812800"/>
            <a:chOff x="4001597" y="5613400"/>
            <a:chExt cx="8190403" cy="1244600"/>
          </a:xfrm>
        </p:grpSpPr>
        <p:sp>
          <p:nvSpPr>
            <p:cNvPr id="17" name="任意多边形: 形状 16"/>
            <p:cNvSpPr/>
            <p:nvPr>
              <p:custDataLst>
                <p:tags r:id="rId3"/>
              </p:custDataLst>
            </p:nvPr>
          </p:nvSpPr>
          <p:spPr>
            <a:xfrm>
              <a:off x="4001597" y="5613400"/>
              <a:ext cx="8190402" cy="1244600"/>
            </a:xfrm>
            <a:custGeom>
              <a:avLst/>
              <a:gdLst>
                <a:gd name="connsiteX0" fmla="*/ 8190402 w 8190402"/>
                <a:gd name="connsiteY0" fmla="*/ 0 h 1244600"/>
                <a:gd name="connsiteX1" fmla="*/ 8190402 w 8190402"/>
                <a:gd name="connsiteY1" fmla="*/ 1155849 h 1244600"/>
                <a:gd name="connsiteX2" fmla="*/ 4203232 w 8190402"/>
                <a:gd name="connsiteY2" fmla="*/ 1244600 h 1244600"/>
                <a:gd name="connsiteX3" fmla="*/ 0 w 8190402"/>
                <a:gd name="connsiteY3" fmla="*/ 1244600 h 1244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190402" h="1244600">
                  <a:moveTo>
                    <a:pt x="8190402" y="0"/>
                  </a:moveTo>
                  <a:lnTo>
                    <a:pt x="8190402" y="1155849"/>
                  </a:lnTo>
                  <a:lnTo>
                    <a:pt x="4203232" y="1244600"/>
                  </a:lnTo>
                  <a:lnTo>
                    <a:pt x="0" y="1244600"/>
                  </a:ln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/>
              <a:endParaRPr lang="zh-CN" altLang="en-US" sz="1350">
                <a:latin typeface="Arial" panose="020B0604020202020204" pitchFamily="34" charset="0"/>
                <a:ea typeface="微软雅黑" panose="020B0503020204020204" charset="-122"/>
              </a:endParaRPr>
            </a:p>
          </p:txBody>
        </p:sp>
        <p:sp>
          <p:nvSpPr>
            <p:cNvPr id="18" name="等腰三角形 17"/>
            <p:cNvSpPr/>
            <p:nvPr>
              <p:custDataLst>
                <p:tags r:id="rId4"/>
              </p:custDataLst>
            </p:nvPr>
          </p:nvSpPr>
          <p:spPr>
            <a:xfrm>
              <a:off x="5816600" y="5949254"/>
              <a:ext cx="6375400" cy="908746"/>
            </a:xfrm>
            <a:prstGeom prst="triangle">
              <a:avLst>
                <a:gd name="adj" fmla="val 10000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/>
              <a:endParaRPr lang="zh-CN" altLang="en-US" sz="1350" dirty="0">
                <a:ea typeface="微软雅黑" panose="020B0503020204020204" charset="-122"/>
              </a:endParaRPr>
            </a:p>
          </p:txBody>
        </p:sp>
      </p:grpSp>
      <p:sp>
        <p:nvSpPr>
          <p:cNvPr id="15" name="矩形 14"/>
          <p:cNvSpPr/>
          <p:nvPr userDrawn="1">
            <p:custDataLst>
              <p:tags r:id="rId5"/>
            </p:custDataLst>
          </p:nvPr>
        </p:nvSpPr>
        <p:spPr>
          <a:xfrm>
            <a:off x="0" y="0"/>
            <a:ext cx="9144000" cy="914407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 defTabSz="914400">
              <a:buClrTx/>
              <a:buSzTx/>
              <a:buFontTx/>
            </a:pPr>
            <a:endParaRPr lang="en-US" altLang="zh-CN" sz="1350">
              <a:solidFill>
                <a:schemeClr val="bg1"/>
              </a:solidFill>
              <a:latin typeface="Viner Hand ITC" panose="03070502030502020203" charset="0"/>
              <a:ea typeface="微软雅黑" panose="020B0503020204020204" charset="-122"/>
              <a:cs typeface="Viner Hand ITC" panose="03070502030502020203" charset="0"/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>
          <a:xfrm>
            <a:off x="434700" y="292846"/>
            <a:ext cx="8278200" cy="331473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800" b="1" u="none" strike="noStrike" kern="1200" cap="none" spc="0" normalizeH="0" baseline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7"/>
            </p:custDataLst>
          </p:nvPr>
        </p:nvSpPr>
        <p:spPr>
          <a:xfrm>
            <a:off x="434700" y="2025000"/>
            <a:ext cx="4006800" cy="2170800"/>
          </a:xfrm>
        </p:spPr>
        <p:txBody>
          <a:bodyPr/>
          <a:lstStyle>
            <a:lvl1pPr marL="0" indent="0">
              <a:lnSpc>
                <a:spcPct val="130000"/>
              </a:lnSpc>
              <a:spcAft>
                <a:spcPts val="1000"/>
              </a:spcAft>
              <a:buNone/>
              <a:defRPr sz="1200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  <a:lvl2pPr marL="342900" indent="0">
              <a:lnSpc>
                <a:spcPct val="130000"/>
              </a:lnSpc>
              <a:spcAft>
                <a:spcPts val="1000"/>
              </a:spcAft>
              <a:buNone/>
              <a:defRPr sz="1200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2pPr>
            <a:lvl3pPr marL="685800" indent="0">
              <a:lnSpc>
                <a:spcPct val="130000"/>
              </a:lnSpc>
              <a:spcAft>
                <a:spcPts val="1000"/>
              </a:spcAft>
              <a:buNone/>
              <a:defRPr sz="1200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3pPr>
            <a:lvl4pPr marL="1028700" indent="0">
              <a:lnSpc>
                <a:spcPct val="130000"/>
              </a:lnSpc>
              <a:spcAft>
                <a:spcPts val="1000"/>
              </a:spcAft>
              <a:buNone/>
              <a:defRPr sz="1200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4pPr>
            <a:lvl5pPr marL="1371600" indent="0">
              <a:lnSpc>
                <a:spcPct val="130000"/>
              </a:lnSpc>
              <a:spcAft>
                <a:spcPts val="1000"/>
              </a:spcAft>
              <a:buNone/>
              <a:defRPr sz="1200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8"/>
            </p:custDataLst>
          </p:nvPr>
        </p:nvSpPr>
        <p:spPr>
          <a:xfrm>
            <a:off x="322307" y="6349833"/>
            <a:ext cx="2700000" cy="316800"/>
          </a:xfrm>
        </p:spPr>
        <p:txBody>
          <a:bodyPr/>
          <a:lstStyle>
            <a:lvl1pPr>
              <a:defRPr u="none" strike="noStrike" kern="1200" cap="none" spc="0" normalizeH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9"/>
            </p:custDataLst>
          </p:nvPr>
        </p:nvSpPr>
        <p:spPr>
          <a:xfrm>
            <a:off x="2592000" y="6349833"/>
            <a:ext cx="3960000" cy="316800"/>
          </a:xfrm>
        </p:spPr>
        <p:txBody>
          <a:bodyPr/>
          <a:lstStyle>
            <a:lvl1pPr>
              <a:defRPr u="none" strike="noStrike" kern="1200" cap="none" spc="0" normalizeH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0"/>
            </p:custDataLst>
          </p:nvPr>
        </p:nvSpPr>
        <p:spPr>
          <a:xfrm>
            <a:off x="6120450" y="6349833"/>
            <a:ext cx="2700000" cy="316800"/>
          </a:xfrm>
        </p:spPr>
        <p:txBody>
          <a:bodyPr/>
          <a:lstStyle>
            <a:lvl1pPr>
              <a:defRPr u="none" strike="noStrike" kern="1200" cap="none" spc="0" normalizeH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1"/>
            </p:custDataLst>
          </p:nvPr>
        </p:nvSpPr>
        <p:spPr>
          <a:xfrm>
            <a:off x="4681800" y="2025000"/>
            <a:ext cx="4025700" cy="2170800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Aft>
                <a:spcPts val="1000"/>
              </a:spcAft>
              <a:buNone/>
              <a:defRPr sz="1200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  <a:lvl2pPr marL="342900" indent="0">
              <a:lnSpc>
                <a:spcPct val="130000"/>
              </a:lnSpc>
              <a:spcAft>
                <a:spcPts val="1000"/>
              </a:spcAft>
              <a:buNone/>
              <a:defRPr sz="1200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2pPr>
            <a:lvl3pPr marL="685800" indent="0">
              <a:lnSpc>
                <a:spcPct val="130000"/>
              </a:lnSpc>
              <a:spcAft>
                <a:spcPts val="1000"/>
              </a:spcAft>
              <a:buNone/>
              <a:defRPr sz="1200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3pPr>
            <a:lvl4pPr marL="1028700" indent="0">
              <a:lnSpc>
                <a:spcPct val="130000"/>
              </a:lnSpc>
              <a:spcAft>
                <a:spcPts val="1000"/>
              </a:spcAft>
              <a:buNone/>
              <a:defRPr sz="1200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4pPr>
            <a:lvl5pPr marL="1371600" indent="0">
              <a:lnSpc>
                <a:spcPct val="130000"/>
              </a:lnSpc>
              <a:spcAft>
                <a:spcPts val="1000"/>
              </a:spcAft>
              <a:buNone/>
              <a:defRPr sz="1200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5"/>
            <p:custDataLst>
              <p:tags r:id="rId12"/>
            </p:custDataLst>
          </p:nvPr>
        </p:nvSpPr>
        <p:spPr>
          <a:xfrm>
            <a:off x="429300" y="4914450"/>
            <a:ext cx="4006800" cy="585900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  <a:defRPr sz="1200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6"/>
            <p:custDataLst>
              <p:tags r:id="rId13"/>
            </p:custDataLst>
          </p:nvPr>
        </p:nvSpPr>
        <p:spPr>
          <a:xfrm>
            <a:off x="4689900" y="4910850"/>
            <a:ext cx="4025700" cy="585900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  <a:defRPr sz="1200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腰带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 userDrawn="1">
            <p:custDataLst>
              <p:tags r:id="rId2"/>
            </p:custDataLst>
          </p:nvPr>
        </p:nvSpPr>
        <p:spPr>
          <a:xfrm>
            <a:off x="0" y="1576668"/>
            <a:ext cx="9144000" cy="3704665"/>
          </a:xfrm>
          <a:prstGeom prst="rect">
            <a:avLst/>
          </a:pr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 defTabSz="914400"/>
            <a:endParaRPr lang="en-US" altLang="zh-CN" sz="1350"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</p:txBody>
      </p:sp>
      <p:grpSp>
        <p:nvGrpSpPr>
          <p:cNvPr id="15" name="组合 14"/>
          <p:cNvGrpSpPr/>
          <p:nvPr userDrawn="1">
            <p:custDataLst>
              <p:tags r:id="rId3"/>
            </p:custDataLst>
          </p:nvPr>
        </p:nvGrpSpPr>
        <p:grpSpPr>
          <a:xfrm rot="10800000">
            <a:off x="0" y="0"/>
            <a:ext cx="4093369" cy="1529715"/>
            <a:chOff x="4001597" y="5613400"/>
            <a:chExt cx="8190403" cy="1244600"/>
          </a:xfrm>
        </p:grpSpPr>
        <p:sp>
          <p:nvSpPr>
            <p:cNvPr id="16" name="任意多边形: 形状 15"/>
            <p:cNvSpPr/>
            <p:nvPr>
              <p:custDataLst>
                <p:tags r:id="rId4"/>
              </p:custDataLst>
            </p:nvPr>
          </p:nvSpPr>
          <p:spPr>
            <a:xfrm>
              <a:off x="4001597" y="5613400"/>
              <a:ext cx="8190402" cy="1244600"/>
            </a:xfrm>
            <a:custGeom>
              <a:avLst/>
              <a:gdLst>
                <a:gd name="connsiteX0" fmla="*/ 8190402 w 8190402"/>
                <a:gd name="connsiteY0" fmla="*/ 0 h 1244600"/>
                <a:gd name="connsiteX1" fmla="*/ 8190402 w 8190402"/>
                <a:gd name="connsiteY1" fmla="*/ 1155849 h 1244600"/>
                <a:gd name="connsiteX2" fmla="*/ 4203232 w 8190402"/>
                <a:gd name="connsiteY2" fmla="*/ 1244600 h 1244600"/>
                <a:gd name="connsiteX3" fmla="*/ 0 w 8190402"/>
                <a:gd name="connsiteY3" fmla="*/ 1244600 h 1244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190402" h="1244600">
                  <a:moveTo>
                    <a:pt x="8190402" y="0"/>
                  </a:moveTo>
                  <a:lnTo>
                    <a:pt x="8190402" y="1155849"/>
                  </a:lnTo>
                  <a:lnTo>
                    <a:pt x="4203232" y="1244600"/>
                  </a:lnTo>
                  <a:lnTo>
                    <a:pt x="0" y="1244600"/>
                  </a:ln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/>
              <a:endParaRPr lang="zh-CN" altLang="en-US" sz="1350">
                <a:ea typeface="微软雅黑" panose="020B0503020204020204" charset="-122"/>
              </a:endParaRPr>
            </a:p>
          </p:txBody>
        </p:sp>
        <p:sp>
          <p:nvSpPr>
            <p:cNvPr id="17" name="等腰三角形 16"/>
            <p:cNvSpPr/>
            <p:nvPr>
              <p:custDataLst>
                <p:tags r:id="rId5"/>
              </p:custDataLst>
            </p:nvPr>
          </p:nvSpPr>
          <p:spPr>
            <a:xfrm>
              <a:off x="5816600" y="5949254"/>
              <a:ext cx="6375400" cy="908746"/>
            </a:xfrm>
            <a:prstGeom prst="triangle">
              <a:avLst>
                <a:gd name="adj" fmla="val 10000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/>
              <a:endParaRPr lang="zh-CN" altLang="en-US" sz="1350" dirty="0">
                <a:ea typeface="微软雅黑" panose="020B0503020204020204" charset="-122"/>
              </a:endParaRPr>
            </a:p>
          </p:txBody>
        </p:sp>
      </p:grpSp>
      <p:grpSp>
        <p:nvGrpSpPr>
          <p:cNvPr id="18" name="组合 17"/>
          <p:cNvGrpSpPr/>
          <p:nvPr userDrawn="1">
            <p:custDataLst>
              <p:tags r:id="rId6"/>
            </p:custDataLst>
          </p:nvPr>
        </p:nvGrpSpPr>
        <p:grpSpPr>
          <a:xfrm>
            <a:off x="5050631" y="5323840"/>
            <a:ext cx="4093369" cy="1529715"/>
            <a:chOff x="4001597" y="5613400"/>
            <a:chExt cx="8190403" cy="1244600"/>
          </a:xfrm>
        </p:grpSpPr>
        <p:sp>
          <p:nvSpPr>
            <p:cNvPr id="19" name="任意多边形: 形状 18"/>
            <p:cNvSpPr/>
            <p:nvPr>
              <p:custDataLst>
                <p:tags r:id="rId7"/>
              </p:custDataLst>
            </p:nvPr>
          </p:nvSpPr>
          <p:spPr>
            <a:xfrm>
              <a:off x="4001597" y="5613400"/>
              <a:ext cx="8190402" cy="1244600"/>
            </a:xfrm>
            <a:custGeom>
              <a:avLst/>
              <a:gdLst>
                <a:gd name="connsiteX0" fmla="*/ 8190402 w 8190402"/>
                <a:gd name="connsiteY0" fmla="*/ 0 h 1244600"/>
                <a:gd name="connsiteX1" fmla="*/ 8190402 w 8190402"/>
                <a:gd name="connsiteY1" fmla="*/ 1155849 h 1244600"/>
                <a:gd name="connsiteX2" fmla="*/ 4203232 w 8190402"/>
                <a:gd name="connsiteY2" fmla="*/ 1244600 h 1244600"/>
                <a:gd name="connsiteX3" fmla="*/ 0 w 8190402"/>
                <a:gd name="connsiteY3" fmla="*/ 1244600 h 1244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190402" h="1244600">
                  <a:moveTo>
                    <a:pt x="8190402" y="0"/>
                  </a:moveTo>
                  <a:lnTo>
                    <a:pt x="8190402" y="1155849"/>
                  </a:lnTo>
                  <a:lnTo>
                    <a:pt x="4203232" y="1244600"/>
                  </a:lnTo>
                  <a:lnTo>
                    <a:pt x="0" y="1244600"/>
                  </a:ln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/>
              <a:endParaRPr lang="zh-CN" altLang="en-US" sz="1350" dirty="0">
                <a:ea typeface="微软雅黑" panose="020B0503020204020204" charset="-122"/>
              </a:endParaRPr>
            </a:p>
          </p:txBody>
        </p:sp>
        <p:sp>
          <p:nvSpPr>
            <p:cNvPr id="20" name="等腰三角形 19"/>
            <p:cNvSpPr/>
            <p:nvPr>
              <p:custDataLst>
                <p:tags r:id="rId8"/>
              </p:custDataLst>
            </p:nvPr>
          </p:nvSpPr>
          <p:spPr>
            <a:xfrm>
              <a:off x="5816600" y="5949254"/>
              <a:ext cx="6375400" cy="908746"/>
            </a:xfrm>
            <a:prstGeom prst="triangle">
              <a:avLst>
                <a:gd name="adj" fmla="val 10000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/>
              <a:endParaRPr lang="zh-CN" altLang="en-US" sz="1350">
                <a:ea typeface="微软雅黑" panose="020B0503020204020204" charset="-122"/>
              </a:endParaRPr>
            </a:p>
          </p:txBody>
        </p:sp>
      </p:grpSp>
      <p:sp>
        <p:nvSpPr>
          <p:cNvPr id="2" name="标题 1"/>
          <p:cNvSpPr>
            <a:spLocks noGrp="1"/>
          </p:cNvSpPr>
          <p:nvPr userDrawn="1">
            <p:ph type="title" hasCustomPrompt="1"/>
            <p:custDataLst>
              <p:tags r:id="rId9"/>
            </p:custDataLst>
          </p:nvPr>
        </p:nvSpPr>
        <p:spPr>
          <a:xfrm>
            <a:off x="1142100" y="1637550"/>
            <a:ext cx="6858000" cy="1790100"/>
          </a:xfrm>
        </p:spPr>
        <p:txBody>
          <a:bodyPr anchor="b"/>
          <a:lstStyle>
            <a:lvl1pPr algn="ctr">
              <a:defRPr sz="4500" b="1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 userDrawn="1">
            <p:ph type="dt" sz="half" idx="10"/>
            <p:custDataLst>
              <p:tags r:id="rId10"/>
            </p:custDataLst>
          </p:nvPr>
        </p:nvSpPr>
        <p:spPr>
          <a:xfrm>
            <a:off x="322307" y="6349833"/>
            <a:ext cx="2700000" cy="316800"/>
          </a:xfrm>
        </p:spPr>
        <p:txBody>
          <a:bodyPr/>
          <a:lstStyle>
            <a:lvl1pPr>
              <a:defRPr u="none" strike="noStrike" kern="1200" cap="none" spc="0" normalizeH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 userDrawn="1">
            <p:ph type="ftr" sz="quarter" idx="11"/>
            <p:custDataLst>
              <p:tags r:id="rId11"/>
            </p:custDataLst>
          </p:nvPr>
        </p:nvSpPr>
        <p:spPr>
          <a:xfrm>
            <a:off x="2592000" y="6349833"/>
            <a:ext cx="3960000" cy="316800"/>
          </a:xfrm>
        </p:spPr>
        <p:txBody>
          <a:bodyPr/>
          <a:lstStyle>
            <a:lvl1pPr>
              <a:defRPr u="none" strike="noStrike" kern="1200" cap="none" spc="0" normalizeH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 userDrawn="1">
            <p:ph type="sldNum" sz="quarter" idx="12"/>
            <p:custDataLst>
              <p:tags r:id="rId12"/>
            </p:custDataLst>
          </p:nvPr>
        </p:nvSpPr>
        <p:spPr>
          <a:xfrm>
            <a:off x="6120450" y="6349833"/>
            <a:ext cx="2700000" cy="316800"/>
          </a:xfrm>
        </p:spPr>
        <p:txBody>
          <a:bodyPr/>
          <a:lstStyle>
            <a:lvl1pPr>
              <a:defRPr u="none" strike="noStrike" kern="1200" cap="none" spc="0" normalizeH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 userDrawn="1">
            <p:ph type="body" sz="quarter" idx="13"/>
            <p:custDataLst>
              <p:tags r:id="rId13"/>
            </p:custDataLst>
          </p:nvPr>
        </p:nvSpPr>
        <p:spPr>
          <a:xfrm>
            <a:off x="1141810" y="4069800"/>
            <a:ext cx="6858000" cy="1242000"/>
          </a:xfrm>
        </p:spPr>
        <p:txBody>
          <a:bodyPr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  <a:defRPr sz="1200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5" Type="http://schemas.openxmlformats.org/officeDocument/2006/relationships/theme" Target="../theme/theme2.xml"/><Relationship Id="rId24" Type="http://schemas.openxmlformats.org/officeDocument/2006/relationships/tags" Target="../tags/tag160.xml"/><Relationship Id="rId23" Type="http://schemas.openxmlformats.org/officeDocument/2006/relationships/tags" Target="../tags/tag159.xml"/><Relationship Id="rId22" Type="http://schemas.openxmlformats.org/officeDocument/2006/relationships/tags" Target="../tags/tag158.xml"/><Relationship Id="rId21" Type="http://schemas.openxmlformats.org/officeDocument/2006/relationships/tags" Target="../tags/tag157.xml"/><Relationship Id="rId20" Type="http://schemas.openxmlformats.org/officeDocument/2006/relationships/tags" Target="../tags/tag156.xml"/><Relationship Id="rId2" Type="http://schemas.openxmlformats.org/officeDocument/2006/relationships/slideLayout" Target="../slideLayouts/slideLayout13.xml"/><Relationship Id="rId19" Type="http://schemas.openxmlformats.org/officeDocument/2006/relationships/tags" Target="../tags/tag155.xml"/><Relationship Id="rId18" Type="http://schemas.openxmlformats.org/officeDocument/2006/relationships/slideLayout" Target="../slideLayouts/slideLayout29.xml"/><Relationship Id="rId17" Type="http://schemas.openxmlformats.org/officeDocument/2006/relationships/slideLayout" Target="../slideLayouts/slideLayout28.xml"/><Relationship Id="rId16" Type="http://schemas.openxmlformats.org/officeDocument/2006/relationships/slideLayout" Target="../slideLayouts/slideLayout27.xml"/><Relationship Id="rId15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25.xml"/><Relationship Id="rId13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8.xml"/><Relationship Id="rId8" Type="http://schemas.openxmlformats.org/officeDocument/2006/relationships/slideLayout" Target="../slideLayouts/slideLayout37.xml"/><Relationship Id="rId7" Type="http://schemas.openxmlformats.org/officeDocument/2006/relationships/slideLayout" Target="../slideLayouts/slideLayout36.xml"/><Relationship Id="rId6" Type="http://schemas.openxmlformats.org/officeDocument/2006/relationships/slideLayout" Target="../slideLayouts/slideLayout35.xml"/><Relationship Id="rId5" Type="http://schemas.openxmlformats.org/officeDocument/2006/relationships/slideLayout" Target="../slideLayouts/slideLayout34.xml"/><Relationship Id="rId4" Type="http://schemas.openxmlformats.org/officeDocument/2006/relationships/slideLayout" Target="../slideLayouts/slideLayout33.xml"/><Relationship Id="rId3" Type="http://schemas.openxmlformats.org/officeDocument/2006/relationships/slideLayout" Target="../slideLayouts/slideLayout32.xml"/><Relationship Id="rId25" Type="http://schemas.openxmlformats.org/officeDocument/2006/relationships/theme" Target="../theme/theme3.xml"/><Relationship Id="rId24" Type="http://schemas.openxmlformats.org/officeDocument/2006/relationships/tags" Target="../tags/tag320.xml"/><Relationship Id="rId23" Type="http://schemas.openxmlformats.org/officeDocument/2006/relationships/tags" Target="../tags/tag319.xml"/><Relationship Id="rId22" Type="http://schemas.openxmlformats.org/officeDocument/2006/relationships/tags" Target="../tags/tag318.xml"/><Relationship Id="rId21" Type="http://schemas.openxmlformats.org/officeDocument/2006/relationships/tags" Target="../tags/tag317.xml"/><Relationship Id="rId20" Type="http://schemas.openxmlformats.org/officeDocument/2006/relationships/tags" Target="../tags/tag316.xml"/><Relationship Id="rId2" Type="http://schemas.openxmlformats.org/officeDocument/2006/relationships/slideLayout" Target="../slideLayouts/slideLayout31.xml"/><Relationship Id="rId19" Type="http://schemas.openxmlformats.org/officeDocument/2006/relationships/tags" Target="../tags/tag315.xml"/><Relationship Id="rId18" Type="http://schemas.openxmlformats.org/officeDocument/2006/relationships/slideLayout" Target="../slideLayouts/slideLayout47.xml"/><Relationship Id="rId17" Type="http://schemas.openxmlformats.org/officeDocument/2006/relationships/slideLayout" Target="../slideLayouts/slideLayout46.xml"/><Relationship Id="rId16" Type="http://schemas.openxmlformats.org/officeDocument/2006/relationships/slideLayout" Target="../slideLayouts/slideLayout45.xml"/><Relationship Id="rId15" Type="http://schemas.openxmlformats.org/officeDocument/2006/relationships/slideLayout" Target="../slideLayouts/slideLayout44.xml"/><Relationship Id="rId14" Type="http://schemas.openxmlformats.org/officeDocument/2006/relationships/slideLayout" Target="../slideLayouts/slideLayout43.xml"/><Relationship Id="rId13" Type="http://schemas.openxmlformats.org/officeDocument/2006/relationships/slideLayout" Target="../slideLayouts/slideLayout42.xml"/><Relationship Id="rId12" Type="http://schemas.openxmlformats.org/officeDocument/2006/relationships/slideLayout" Target="../slideLayouts/slideLayout41.xml"/><Relationship Id="rId11" Type="http://schemas.openxmlformats.org/officeDocument/2006/relationships/slideLayout" Target="../slideLayouts/slideLayout40.xml"/><Relationship Id="rId10" Type="http://schemas.openxmlformats.org/officeDocument/2006/relationships/slideLayout" Target="../slideLayouts/slideLayout39.xml"/><Relationship Id="rId1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9"/>
            </p:custDataLst>
          </p:nvPr>
        </p:nvSpPr>
        <p:spPr>
          <a:xfrm>
            <a:off x="502412" y="1189673"/>
            <a:ext cx="8139178" cy="331473"/>
          </a:xfrm>
          <a:prstGeom prst="rect">
            <a:avLst/>
          </a:prstGeom>
        </p:spPr>
        <p:txBody>
          <a:bodyPr vert="horz" lIns="101600" tIns="38100" rIns="76200" bIns="38100" rtlCol="0" anchor="t" anchorCtr="0">
            <a:no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0"/>
            </p:custDataLst>
          </p:nvPr>
        </p:nvSpPr>
        <p:spPr>
          <a:xfrm>
            <a:off x="502412" y="1571631"/>
            <a:ext cx="8139178" cy="4041680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21"/>
            </p:custDataLst>
          </p:nvPr>
        </p:nvSpPr>
        <p:spPr>
          <a:xfrm>
            <a:off x="659807" y="5619625"/>
            <a:ext cx="2025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22"/>
            </p:custDataLst>
          </p:nvPr>
        </p:nvSpPr>
        <p:spPr>
          <a:xfrm>
            <a:off x="3087000" y="5619625"/>
            <a:ext cx="2970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3"/>
            </p:custDataLst>
          </p:nvPr>
        </p:nvSpPr>
        <p:spPr>
          <a:xfrm>
            <a:off x="6457950" y="5619625"/>
            <a:ext cx="2025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KSO_TEMPLATE" hidden="1"/>
          <p:cNvSpPr/>
          <p:nvPr userDrawn="1">
            <p:custDataLst>
              <p:tags r:id="rId24"/>
            </p:custDataLst>
          </p:nvPr>
        </p:nvSpPr>
        <p:spPr>
          <a:xfrm>
            <a:off x="0" y="85725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35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</p:sldLayoutIdLst>
  <p:txStyles>
    <p:titleStyle>
      <a:lvl1pPr algn="l" defTabSz="685800" rtl="0" eaLnBrk="1" fontAlgn="auto" latinLnBrk="0" hangingPunct="1">
        <a:lnSpc>
          <a:spcPct val="100000"/>
        </a:lnSpc>
        <a:spcBef>
          <a:spcPct val="0"/>
        </a:spcBef>
        <a:buNone/>
        <a:defRPr sz="1800" b="1" u="none" strike="noStrike" kern="1200" cap="none" spc="2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j-cs"/>
        </a:defRPr>
      </a:lvl1pPr>
    </p:titleStyle>
    <p:bodyStyle>
      <a:lvl1pPr marL="171450" indent="-171450" algn="l" defTabSz="6858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200" u="none" strike="noStrike" kern="1200" cap="none" spc="15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1pPr>
      <a:lvl2pPr marL="514350" indent="-171450" algn="l" defTabSz="6858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tabLst>
          <a:tab pos="1207135" algn="l"/>
        </a:tabLst>
        <a:defRPr sz="1200" u="none" strike="noStrike" kern="1200" cap="none" spc="15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2pPr>
      <a:lvl3pPr marL="857250" indent="-171450" algn="l" defTabSz="6858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200" u="none" strike="noStrike" kern="1200" cap="none" spc="15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3pPr>
      <a:lvl4pPr marL="1200150" indent="-171450" algn="l" defTabSz="6858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200" u="none" strike="noStrike" kern="1200" cap="none" spc="15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4pPr>
      <a:lvl5pPr marL="1543050" indent="-171450" algn="l" defTabSz="6858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200" u="none" strike="noStrike" kern="1200" cap="none" spc="15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9"/>
            </p:custDataLst>
          </p:nvPr>
        </p:nvSpPr>
        <p:spPr>
          <a:xfrm>
            <a:off x="502412" y="1189673"/>
            <a:ext cx="8139178" cy="331473"/>
          </a:xfrm>
          <a:prstGeom prst="rect">
            <a:avLst/>
          </a:prstGeom>
        </p:spPr>
        <p:txBody>
          <a:bodyPr vert="horz" lIns="101600" tIns="38100" rIns="76200" bIns="38100" rtlCol="0" anchor="t" anchorCtr="0">
            <a:no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0"/>
            </p:custDataLst>
          </p:nvPr>
        </p:nvSpPr>
        <p:spPr>
          <a:xfrm>
            <a:off x="502412" y="1571631"/>
            <a:ext cx="8139178" cy="4041680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21"/>
            </p:custDataLst>
          </p:nvPr>
        </p:nvSpPr>
        <p:spPr>
          <a:xfrm>
            <a:off x="659807" y="5619625"/>
            <a:ext cx="2025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22"/>
            </p:custDataLst>
          </p:nvPr>
        </p:nvSpPr>
        <p:spPr>
          <a:xfrm>
            <a:off x="3087000" y="5619625"/>
            <a:ext cx="2970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3"/>
            </p:custDataLst>
          </p:nvPr>
        </p:nvSpPr>
        <p:spPr>
          <a:xfrm>
            <a:off x="6457950" y="5619625"/>
            <a:ext cx="2025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KSO_TEMPLATE" hidden="1"/>
          <p:cNvSpPr/>
          <p:nvPr userDrawn="1">
            <p:custDataLst>
              <p:tags r:id="rId24"/>
            </p:custDataLst>
          </p:nvPr>
        </p:nvSpPr>
        <p:spPr>
          <a:xfrm>
            <a:off x="0" y="85725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35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81" r:id="rId2"/>
    <p:sldLayoutId id="2147483682" r:id="rId3"/>
    <p:sldLayoutId id="2147483683" r:id="rId4"/>
    <p:sldLayoutId id="2147483684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0" r:id="rId11"/>
    <p:sldLayoutId id="2147483691" r:id="rId12"/>
    <p:sldLayoutId id="2147483692" r:id="rId13"/>
    <p:sldLayoutId id="2147483693" r:id="rId14"/>
    <p:sldLayoutId id="2147483694" r:id="rId15"/>
    <p:sldLayoutId id="2147483695" r:id="rId16"/>
    <p:sldLayoutId id="2147483696" r:id="rId17"/>
    <p:sldLayoutId id="2147483697" r:id="rId18"/>
  </p:sldLayoutIdLst>
  <p:txStyles>
    <p:titleStyle>
      <a:lvl1pPr algn="l" defTabSz="685800" rtl="0" eaLnBrk="1" fontAlgn="auto" latinLnBrk="0" hangingPunct="1">
        <a:lnSpc>
          <a:spcPct val="100000"/>
        </a:lnSpc>
        <a:spcBef>
          <a:spcPct val="0"/>
        </a:spcBef>
        <a:buNone/>
        <a:defRPr sz="1800" b="1" u="none" strike="noStrike" kern="1200" cap="none" spc="2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j-cs"/>
        </a:defRPr>
      </a:lvl1pPr>
    </p:titleStyle>
    <p:bodyStyle>
      <a:lvl1pPr marL="171450" indent="-171450" algn="l" defTabSz="6858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200" u="none" strike="noStrike" kern="1200" cap="none" spc="15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1pPr>
      <a:lvl2pPr marL="514350" indent="-171450" algn="l" defTabSz="6858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tabLst>
          <a:tab pos="1207135" algn="l"/>
        </a:tabLst>
        <a:defRPr sz="1200" u="none" strike="noStrike" kern="1200" cap="none" spc="15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2pPr>
      <a:lvl3pPr marL="857250" indent="-171450" algn="l" defTabSz="6858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200" u="none" strike="noStrike" kern="1200" cap="none" spc="15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3pPr>
      <a:lvl4pPr marL="1200150" indent="-171450" algn="l" defTabSz="6858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200" u="none" strike="noStrike" kern="1200" cap="none" spc="15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4pPr>
      <a:lvl5pPr marL="1543050" indent="-171450" algn="l" defTabSz="6858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200" u="none" strike="noStrike" kern="1200" cap="none" spc="15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36.xml"/><Relationship Id="rId5" Type="http://schemas.openxmlformats.org/officeDocument/2006/relationships/tags" Target="../tags/tag325.xml"/><Relationship Id="rId4" Type="http://schemas.openxmlformats.org/officeDocument/2006/relationships/tags" Target="../tags/tag324.xml"/><Relationship Id="rId3" Type="http://schemas.openxmlformats.org/officeDocument/2006/relationships/tags" Target="../tags/tag323.xml"/><Relationship Id="rId2" Type="http://schemas.openxmlformats.org/officeDocument/2006/relationships/tags" Target="../tags/tag322.xml"/><Relationship Id="rId1" Type="http://schemas.openxmlformats.org/officeDocument/2006/relationships/tags" Target="../tags/tag321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334.xml"/><Relationship Id="rId8" Type="http://schemas.openxmlformats.org/officeDocument/2006/relationships/tags" Target="../tags/tag333.xml"/><Relationship Id="rId7" Type="http://schemas.openxmlformats.org/officeDocument/2006/relationships/tags" Target="../tags/tag332.xml"/><Relationship Id="rId6" Type="http://schemas.openxmlformats.org/officeDocument/2006/relationships/tags" Target="../tags/tag331.xml"/><Relationship Id="rId5" Type="http://schemas.openxmlformats.org/officeDocument/2006/relationships/tags" Target="../tags/tag330.xml"/><Relationship Id="rId4" Type="http://schemas.openxmlformats.org/officeDocument/2006/relationships/tags" Target="../tags/tag329.xml"/><Relationship Id="rId3" Type="http://schemas.openxmlformats.org/officeDocument/2006/relationships/tags" Target="../tags/tag328.xml"/><Relationship Id="rId20" Type="http://schemas.openxmlformats.org/officeDocument/2006/relationships/slideLayout" Target="../slideLayouts/slideLayout18.xml"/><Relationship Id="rId2" Type="http://schemas.openxmlformats.org/officeDocument/2006/relationships/tags" Target="../tags/tag327.xml"/><Relationship Id="rId19" Type="http://schemas.openxmlformats.org/officeDocument/2006/relationships/tags" Target="../tags/tag344.xml"/><Relationship Id="rId18" Type="http://schemas.openxmlformats.org/officeDocument/2006/relationships/tags" Target="../tags/tag343.xml"/><Relationship Id="rId17" Type="http://schemas.openxmlformats.org/officeDocument/2006/relationships/tags" Target="../tags/tag342.xml"/><Relationship Id="rId16" Type="http://schemas.openxmlformats.org/officeDocument/2006/relationships/tags" Target="../tags/tag341.xml"/><Relationship Id="rId15" Type="http://schemas.openxmlformats.org/officeDocument/2006/relationships/tags" Target="../tags/tag340.xml"/><Relationship Id="rId14" Type="http://schemas.openxmlformats.org/officeDocument/2006/relationships/tags" Target="../tags/tag339.xml"/><Relationship Id="rId13" Type="http://schemas.openxmlformats.org/officeDocument/2006/relationships/tags" Target="../tags/tag338.xml"/><Relationship Id="rId12" Type="http://schemas.openxmlformats.org/officeDocument/2006/relationships/tags" Target="../tags/tag337.xml"/><Relationship Id="rId11" Type="http://schemas.openxmlformats.org/officeDocument/2006/relationships/tags" Target="../tags/tag336.xml"/><Relationship Id="rId10" Type="http://schemas.openxmlformats.org/officeDocument/2006/relationships/tags" Target="../tags/tag335.xml"/><Relationship Id="rId1" Type="http://schemas.openxmlformats.org/officeDocument/2006/relationships/tags" Target="../tags/tag326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353.xml"/><Relationship Id="rId8" Type="http://schemas.openxmlformats.org/officeDocument/2006/relationships/tags" Target="../tags/tag352.xml"/><Relationship Id="rId7" Type="http://schemas.openxmlformats.org/officeDocument/2006/relationships/tags" Target="../tags/tag351.xml"/><Relationship Id="rId6" Type="http://schemas.openxmlformats.org/officeDocument/2006/relationships/tags" Target="../tags/tag350.xml"/><Relationship Id="rId5" Type="http://schemas.openxmlformats.org/officeDocument/2006/relationships/tags" Target="../tags/tag349.xml"/><Relationship Id="rId4" Type="http://schemas.openxmlformats.org/officeDocument/2006/relationships/tags" Target="../tags/tag348.xml"/><Relationship Id="rId3" Type="http://schemas.openxmlformats.org/officeDocument/2006/relationships/tags" Target="../tags/tag347.xml"/><Relationship Id="rId2" Type="http://schemas.openxmlformats.org/officeDocument/2006/relationships/tags" Target="../tags/tag346.xml"/><Relationship Id="rId10" Type="http://schemas.openxmlformats.org/officeDocument/2006/relationships/slideLayout" Target="../slideLayouts/slideLayout36.xml"/><Relationship Id="rId1" Type="http://schemas.openxmlformats.org/officeDocument/2006/relationships/tags" Target="../tags/tag345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362.xml"/><Relationship Id="rId8" Type="http://schemas.openxmlformats.org/officeDocument/2006/relationships/tags" Target="../tags/tag361.xml"/><Relationship Id="rId7" Type="http://schemas.openxmlformats.org/officeDocument/2006/relationships/tags" Target="../tags/tag360.xml"/><Relationship Id="rId6" Type="http://schemas.openxmlformats.org/officeDocument/2006/relationships/tags" Target="../tags/tag359.xml"/><Relationship Id="rId5" Type="http://schemas.openxmlformats.org/officeDocument/2006/relationships/tags" Target="../tags/tag358.xml"/><Relationship Id="rId4" Type="http://schemas.openxmlformats.org/officeDocument/2006/relationships/tags" Target="../tags/tag357.xml"/><Relationship Id="rId3" Type="http://schemas.openxmlformats.org/officeDocument/2006/relationships/tags" Target="../tags/tag356.xml"/><Relationship Id="rId2" Type="http://schemas.openxmlformats.org/officeDocument/2006/relationships/tags" Target="../tags/tag355.xml"/><Relationship Id="rId10" Type="http://schemas.openxmlformats.org/officeDocument/2006/relationships/slideLayout" Target="../slideLayouts/slideLayout36.xml"/><Relationship Id="rId1" Type="http://schemas.openxmlformats.org/officeDocument/2006/relationships/tags" Target="../tags/tag354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371.xml"/><Relationship Id="rId8" Type="http://schemas.openxmlformats.org/officeDocument/2006/relationships/tags" Target="../tags/tag370.xml"/><Relationship Id="rId7" Type="http://schemas.openxmlformats.org/officeDocument/2006/relationships/tags" Target="../tags/tag369.xml"/><Relationship Id="rId6" Type="http://schemas.openxmlformats.org/officeDocument/2006/relationships/tags" Target="../tags/tag368.xml"/><Relationship Id="rId5" Type="http://schemas.openxmlformats.org/officeDocument/2006/relationships/tags" Target="../tags/tag367.xml"/><Relationship Id="rId4" Type="http://schemas.openxmlformats.org/officeDocument/2006/relationships/tags" Target="../tags/tag366.xml"/><Relationship Id="rId3" Type="http://schemas.openxmlformats.org/officeDocument/2006/relationships/tags" Target="../tags/tag365.xml"/><Relationship Id="rId2" Type="http://schemas.openxmlformats.org/officeDocument/2006/relationships/tags" Target="../tags/tag364.xml"/><Relationship Id="rId11" Type="http://schemas.openxmlformats.org/officeDocument/2006/relationships/slideLayout" Target="../slideLayouts/slideLayout36.xml"/><Relationship Id="rId10" Type="http://schemas.openxmlformats.org/officeDocument/2006/relationships/tags" Target="../tags/tag372.xml"/><Relationship Id="rId1" Type="http://schemas.openxmlformats.org/officeDocument/2006/relationships/tags" Target="../tags/tag363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381.xml"/><Relationship Id="rId8" Type="http://schemas.openxmlformats.org/officeDocument/2006/relationships/tags" Target="../tags/tag380.xml"/><Relationship Id="rId7" Type="http://schemas.openxmlformats.org/officeDocument/2006/relationships/tags" Target="../tags/tag379.xml"/><Relationship Id="rId6" Type="http://schemas.openxmlformats.org/officeDocument/2006/relationships/tags" Target="../tags/tag378.xml"/><Relationship Id="rId5" Type="http://schemas.openxmlformats.org/officeDocument/2006/relationships/tags" Target="../tags/tag377.xml"/><Relationship Id="rId4" Type="http://schemas.openxmlformats.org/officeDocument/2006/relationships/tags" Target="../tags/tag376.xml"/><Relationship Id="rId3" Type="http://schemas.openxmlformats.org/officeDocument/2006/relationships/tags" Target="../tags/tag375.xml"/><Relationship Id="rId22" Type="http://schemas.openxmlformats.org/officeDocument/2006/relationships/slideLayout" Target="../slideLayouts/slideLayout18.xml"/><Relationship Id="rId21" Type="http://schemas.openxmlformats.org/officeDocument/2006/relationships/tags" Target="../tags/tag393.xml"/><Relationship Id="rId20" Type="http://schemas.openxmlformats.org/officeDocument/2006/relationships/tags" Target="../tags/tag392.xml"/><Relationship Id="rId2" Type="http://schemas.openxmlformats.org/officeDocument/2006/relationships/tags" Target="../tags/tag374.xml"/><Relationship Id="rId19" Type="http://schemas.openxmlformats.org/officeDocument/2006/relationships/tags" Target="../tags/tag391.xml"/><Relationship Id="rId18" Type="http://schemas.openxmlformats.org/officeDocument/2006/relationships/tags" Target="../tags/tag390.xml"/><Relationship Id="rId17" Type="http://schemas.openxmlformats.org/officeDocument/2006/relationships/tags" Target="../tags/tag389.xml"/><Relationship Id="rId16" Type="http://schemas.openxmlformats.org/officeDocument/2006/relationships/tags" Target="../tags/tag388.xml"/><Relationship Id="rId15" Type="http://schemas.openxmlformats.org/officeDocument/2006/relationships/tags" Target="../tags/tag387.xml"/><Relationship Id="rId14" Type="http://schemas.openxmlformats.org/officeDocument/2006/relationships/tags" Target="../tags/tag386.xml"/><Relationship Id="rId13" Type="http://schemas.openxmlformats.org/officeDocument/2006/relationships/tags" Target="../tags/tag385.xml"/><Relationship Id="rId12" Type="http://schemas.openxmlformats.org/officeDocument/2006/relationships/tags" Target="../tags/tag384.xml"/><Relationship Id="rId11" Type="http://schemas.openxmlformats.org/officeDocument/2006/relationships/tags" Target="../tags/tag383.xml"/><Relationship Id="rId10" Type="http://schemas.openxmlformats.org/officeDocument/2006/relationships/tags" Target="../tags/tag382.xml"/><Relationship Id="rId1" Type="http://schemas.openxmlformats.org/officeDocument/2006/relationships/tags" Target="../tags/tag373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402.xml"/><Relationship Id="rId8" Type="http://schemas.openxmlformats.org/officeDocument/2006/relationships/tags" Target="../tags/tag401.xml"/><Relationship Id="rId7" Type="http://schemas.openxmlformats.org/officeDocument/2006/relationships/tags" Target="../tags/tag400.xml"/><Relationship Id="rId6" Type="http://schemas.openxmlformats.org/officeDocument/2006/relationships/tags" Target="../tags/tag399.xml"/><Relationship Id="rId5" Type="http://schemas.openxmlformats.org/officeDocument/2006/relationships/tags" Target="../tags/tag398.xml"/><Relationship Id="rId4" Type="http://schemas.openxmlformats.org/officeDocument/2006/relationships/tags" Target="../tags/tag397.xml"/><Relationship Id="rId3" Type="http://schemas.openxmlformats.org/officeDocument/2006/relationships/tags" Target="../tags/tag396.xml"/><Relationship Id="rId20" Type="http://schemas.openxmlformats.org/officeDocument/2006/relationships/slideLayout" Target="../slideLayouts/slideLayout18.xml"/><Relationship Id="rId2" Type="http://schemas.openxmlformats.org/officeDocument/2006/relationships/tags" Target="../tags/tag395.xml"/><Relationship Id="rId19" Type="http://schemas.openxmlformats.org/officeDocument/2006/relationships/tags" Target="../tags/tag412.xml"/><Relationship Id="rId18" Type="http://schemas.openxmlformats.org/officeDocument/2006/relationships/tags" Target="../tags/tag411.xml"/><Relationship Id="rId17" Type="http://schemas.openxmlformats.org/officeDocument/2006/relationships/tags" Target="../tags/tag410.xml"/><Relationship Id="rId16" Type="http://schemas.openxmlformats.org/officeDocument/2006/relationships/tags" Target="../tags/tag409.xml"/><Relationship Id="rId15" Type="http://schemas.openxmlformats.org/officeDocument/2006/relationships/tags" Target="../tags/tag408.xml"/><Relationship Id="rId14" Type="http://schemas.openxmlformats.org/officeDocument/2006/relationships/tags" Target="../tags/tag407.xml"/><Relationship Id="rId13" Type="http://schemas.openxmlformats.org/officeDocument/2006/relationships/tags" Target="../tags/tag406.xml"/><Relationship Id="rId12" Type="http://schemas.openxmlformats.org/officeDocument/2006/relationships/tags" Target="../tags/tag405.xml"/><Relationship Id="rId11" Type="http://schemas.openxmlformats.org/officeDocument/2006/relationships/tags" Target="../tags/tag404.xml"/><Relationship Id="rId10" Type="http://schemas.openxmlformats.org/officeDocument/2006/relationships/tags" Target="../tags/tag403.xml"/><Relationship Id="rId1" Type="http://schemas.openxmlformats.org/officeDocument/2006/relationships/tags" Target="../tags/tag394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421.xml"/><Relationship Id="rId8" Type="http://schemas.openxmlformats.org/officeDocument/2006/relationships/tags" Target="../tags/tag420.xml"/><Relationship Id="rId7" Type="http://schemas.openxmlformats.org/officeDocument/2006/relationships/tags" Target="../tags/tag419.xml"/><Relationship Id="rId6" Type="http://schemas.openxmlformats.org/officeDocument/2006/relationships/tags" Target="../tags/tag418.xml"/><Relationship Id="rId5" Type="http://schemas.openxmlformats.org/officeDocument/2006/relationships/tags" Target="../tags/tag417.xml"/><Relationship Id="rId4" Type="http://schemas.openxmlformats.org/officeDocument/2006/relationships/tags" Target="../tags/tag416.xml"/><Relationship Id="rId3" Type="http://schemas.openxmlformats.org/officeDocument/2006/relationships/tags" Target="../tags/tag415.xml"/><Relationship Id="rId2" Type="http://schemas.openxmlformats.org/officeDocument/2006/relationships/tags" Target="../tags/tag414.xml"/><Relationship Id="rId13" Type="http://schemas.openxmlformats.org/officeDocument/2006/relationships/slideLayout" Target="../slideLayouts/slideLayout18.xml"/><Relationship Id="rId12" Type="http://schemas.openxmlformats.org/officeDocument/2006/relationships/tags" Target="../tags/tag424.xml"/><Relationship Id="rId11" Type="http://schemas.openxmlformats.org/officeDocument/2006/relationships/tags" Target="../tags/tag423.xml"/><Relationship Id="rId10" Type="http://schemas.openxmlformats.org/officeDocument/2006/relationships/tags" Target="../tags/tag422.xml"/><Relationship Id="rId1" Type="http://schemas.openxmlformats.org/officeDocument/2006/relationships/tags" Target="../tags/tag413.xml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tags" Target="../tags/tag433.xml"/><Relationship Id="rId8" Type="http://schemas.openxmlformats.org/officeDocument/2006/relationships/tags" Target="../tags/tag432.xml"/><Relationship Id="rId7" Type="http://schemas.openxmlformats.org/officeDocument/2006/relationships/tags" Target="../tags/tag431.xml"/><Relationship Id="rId6" Type="http://schemas.openxmlformats.org/officeDocument/2006/relationships/tags" Target="../tags/tag430.xml"/><Relationship Id="rId5" Type="http://schemas.openxmlformats.org/officeDocument/2006/relationships/tags" Target="../tags/tag429.xml"/><Relationship Id="rId4" Type="http://schemas.openxmlformats.org/officeDocument/2006/relationships/tags" Target="../tags/tag428.xml"/><Relationship Id="rId3" Type="http://schemas.openxmlformats.org/officeDocument/2006/relationships/tags" Target="../tags/tag427.xml"/><Relationship Id="rId2" Type="http://schemas.openxmlformats.org/officeDocument/2006/relationships/tags" Target="../tags/tag426.xml"/><Relationship Id="rId11" Type="http://schemas.openxmlformats.org/officeDocument/2006/relationships/slideLayout" Target="../slideLayouts/slideLayout36.xml"/><Relationship Id="rId10" Type="http://schemas.openxmlformats.org/officeDocument/2006/relationships/tags" Target="../tags/tag434.xml"/><Relationship Id="rId1" Type="http://schemas.openxmlformats.org/officeDocument/2006/relationships/tags" Target="../tags/tag425.xml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tags" Target="../tags/tag443.xml"/><Relationship Id="rId8" Type="http://schemas.openxmlformats.org/officeDocument/2006/relationships/tags" Target="../tags/tag442.xml"/><Relationship Id="rId7" Type="http://schemas.openxmlformats.org/officeDocument/2006/relationships/tags" Target="../tags/tag441.xml"/><Relationship Id="rId6" Type="http://schemas.openxmlformats.org/officeDocument/2006/relationships/tags" Target="../tags/tag440.xml"/><Relationship Id="rId5" Type="http://schemas.openxmlformats.org/officeDocument/2006/relationships/tags" Target="../tags/tag439.xml"/><Relationship Id="rId4" Type="http://schemas.openxmlformats.org/officeDocument/2006/relationships/tags" Target="../tags/tag438.xml"/><Relationship Id="rId3" Type="http://schemas.openxmlformats.org/officeDocument/2006/relationships/tags" Target="../tags/tag437.xml"/><Relationship Id="rId20" Type="http://schemas.openxmlformats.org/officeDocument/2006/relationships/slideLayout" Target="../slideLayouts/slideLayout18.xml"/><Relationship Id="rId2" Type="http://schemas.openxmlformats.org/officeDocument/2006/relationships/tags" Target="../tags/tag436.xml"/><Relationship Id="rId19" Type="http://schemas.openxmlformats.org/officeDocument/2006/relationships/tags" Target="../tags/tag453.xml"/><Relationship Id="rId18" Type="http://schemas.openxmlformats.org/officeDocument/2006/relationships/tags" Target="../tags/tag452.xml"/><Relationship Id="rId17" Type="http://schemas.openxmlformats.org/officeDocument/2006/relationships/tags" Target="../tags/tag451.xml"/><Relationship Id="rId16" Type="http://schemas.openxmlformats.org/officeDocument/2006/relationships/tags" Target="../tags/tag450.xml"/><Relationship Id="rId15" Type="http://schemas.openxmlformats.org/officeDocument/2006/relationships/tags" Target="../tags/tag449.xml"/><Relationship Id="rId14" Type="http://schemas.openxmlformats.org/officeDocument/2006/relationships/tags" Target="../tags/tag448.xml"/><Relationship Id="rId13" Type="http://schemas.openxmlformats.org/officeDocument/2006/relationships/tags" Target="../tags/tag447.xml"/><Relationship Id="rId12" Type="http://schemas.openxmlformats.org/officeDocument/2006/relationships/tags" Target="../tags/tag446.xml"/><Relationship Id="rId11" Type="http://schemas.openxmlformats.org/officeDocument/2006/relationships/tags" Target="../tags/tag445.xml"/><Relationship Id="rId10" Type="http://schemas.openxmlformats.org/officeDocument/2006/relationships/tags" Target="../tags/tag444.xml"/><Relationship Id="rId1" Type="http://schemas.openxmlformats.org/officeDocument/2006/relationships/tags" Target="../tags/tag435.xml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tags" Target="../tags/tag462.xml"/><Relationship Id="rId8" Type="http://schemas.openxmlformats.org/officeDocument/2006/relationships/tags" Target="../tags/tag461.xml"/><Relationship Id="rId7" Type="http://schemas.openxmlformats.org/officeDocument/2006/relationships/tags" Target="../tags/tag460.xml"/><Relationship Id="rId6" Type="http://schemas.openxmlformats.org/officeDocument/2006/relationships/tags" Target="../tags/tag459.xml"/><Relationship Id="rId5" Type="http://schemas.openxmlformats.org/officeDocument/2006/relationships/tags" Target="../tags/tag458.xml"/><Relationship Id="rId4" Type="http://schemas.openxmlformats.org/officeDocument/2006/relationships/tags" Target="../tags/tag457.xml"/><Relationship Id="rId3" Type="http://schemas.openxmlformats.org/officeDocument/2006/relationships/tags" Target="../tags/tag456.xml"/><Relationship Id="rId2" Type="http://schemas.openxmlformats.org/officeDocument/2006/relationships/tags" Target="../tags/tag455.xml"/><Relationship Id="rId16" Type="http://schemas.openxmlformats.org/officeDocument/2006/relationships/slideLayout" Target="../slideLayouts/slideLayout18.xml"/><Relationship Id="rId15" Type="http://schemas.openxmlformats.org/officeDocument/2006/relationships/tags" Target="../tags/tag468.xml"/><Relationship Id="rId14" Type="http://schemas.openxmlformats.org/officeDocument/2006/relationships/tags" Target="../tags/tag467.xml"/><Relationship Id="rId13" Type="http://schemas.openxmlformats.org/officeDocument/2006/relationships/tags" Target="../tags/tag466.xml"/><Relationship Id="rId12" Type="http://schemas.openxmlformats.org/officeDocument/2006/relationships/tags" Target="../tags/tag465.xml"/><Relationship Id="rId11" Type="http://schemas.openxmlformats.org/officeDocument/2006/relationships/tags" Target="../tags/tag464.xml"/><Relationship Id="rId10" Type="http://schemas.openxmlformats.org/officeDocument/2006/relationships/tags" Target="../tags/tag463.xml"/><Relationship Id="rId1" Type="http://schemas.openxmlformats.org/officeDocument/2006/relationships/tags" Target="../tags/tag454.xml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tags" Target="../tags/tag477.xml"/><Relationship Id="rId8" Type="http://schemas.openxmlformats.org/officeDocument/2006/relationships/tags" Target="../tags/tag476.xml"/><Relationship Id="rId7" Type="http://schemas.openxmlformats.org/officeDocument/2006/relationships/tags" Target="../tags/tag475.xml"/><Relationship Id="rId6" Type="http://schemas.openxmlformats.org/officeDocument/2006/relationships/tags" Target="../tags/tag474.xml"/><Relationship Id="rId5" Type="http://schemas.openxmlformats.org/officeDocument/2006/relationships/tags" Target="../tags/tag473.xml"/><Relationship Id="rId4" Type="http://schemas.openxmlformats.org/officeDocument/2006/relationships/tags" Target="../tags/tag472.xml"/><Relationship Id="rId3" Type="http://schemas.openxmlformats.org/officeDocument/2006/relationships/tags" Target="../tags/tag471.xml"/><Relationship Id="rId2" Type="http://schemas.openxmlformats.org/officeDocument/2006/relationships/tags" Target="../tags/tag470.xml"/><Relationship Id="rId10" Type="http://schemas.openxmlformats.org/officeDocument/2006/relationships/slideLayout" Target="../slideLayouts/slideLayout36.xml"/><Relationship Id="rId1" Type="http://schemas.openxmlformats.org/officeDocument/2006/relationships/tags" Target="../tags/tag469.xml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tags" Target="../tags/tag486.xml"/><Relationship Id="rId8" Type="http://schemas.openxmlformats.org/officeDocument/2006/relationships/tags" Target="../tags/tag485.xml"/><Relationship Id="rId7" Type="http://schemas.openxmlformats.org/officeDocument/2006/relationships/tags" Target="../tags/tag484.xml"/><Relationship Id="rId6" Type="http://schemas.openxmlformats.org/officeDocument/2006/relationships/tags" Target="../tags/tag483.xml"/><Relationship Id="rId5" Type="http://schemas.openxmlformats.org/officeDocument/2006/relationships/tags" Target="../tags/tag482.xml"/><Relationship Id="rId4" Type="http://schemas.openxmlformats.org/officeDocument/2006/relationships/tags" Target="../tags/tag481.xml"/><Relationship Id="rId3" Type="http://schemas.openxmlformats.org/officeDocument/2006/relationships/tags" Target="../tags/tag480.xml"/><Relationship Id="rId22" Type="http://schemas.openxmlformats.org/officeDocument/2006/relationships/slideLayout" Target="../slideLayouts/slideLayout18.xml"/><Relationship Id="rId21" Type="http://schemas.openxmlformats.org/officeDocument/2006/relationships/tags" Target="../tags/tag498.xml"/><Relationship Id="rId20" Type="http://schemas.openxmlformats.org/officeDocument/2006/relationships/tags" Target="../tags/tag497.xml"/><Relationship Id="rId2" Type="http://schemas.openxmlformats.org/officeDocument/2006/relationships/tags" Target="../tags/tag479.xml"/><Relationship Id="rId19" Type="http://schemas.openxmlformats.org/officeDocument/2006/relationships/tags" Target="../tags/tag496.xml"/><Relationship Id="rId18" Type="http://schemas.openxmlformats.org/officeDocument/2006/relationships/tags" Target="../tags/tag495.xml"/><Relationship Id="rId17" Type="http://schemas.openxmlformats.org/officeDocument/2006/relationships/tags" Target="../tags/tag494.xml"/><Relationship Id="rId16" Type="http://schemas.openxmlformats.org/officeDocument/2006/relationships/tags" Target="../tags/tag493.xml"/><Relationship Id="rId15" Type="http://schemas.openxmlformats.org/officeDocument/2006/relationships/tags" Target="../tags/tag492.xml"/><Relationship Id="rId14" Type="http://schemas.openxmlformats.org/officeDocument/2006/relationships/tags" Target="../tags/tag491.xml"/><Relationship Id="rId13" Type="http://schemas.openxmlformats.org/officeDocument/2006/relationships/tags" Target="../tags/tag490.xml"/><Relationship Id="rId12" Type="http://schemas.openxmlformats.org/officeDocument/2006/relationships/tags" Target="../tags/tag489.xml"/><Relationship Id="rId11" Type="http://schemas.openxmlformats.org/officeDocument/2006/relationships/tags" Target="../tags/tag488.xml"/><Relationship Id="rId10" Type="http://schemas.openxmlformats.org/officeDocument/2006/relationships/tags" Target="../tags/tag487.xml"/><Relationship Id="rId1" Type="http://schemas.openxmlformats.org/officeDocument/2006/relationships/tags" Target="../tags/tag478.xml"/></Relationships>
</file>

<file path=ppt/slides/_rels/slide14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36.xml"/><Relationship Id="rId5" Type="http://schemas.openxmlformats.org/officeDocument/2006/relationships/tags" Target="../tags/tag503.xml"/><Relationship Id="rId4" Type="http://schemas.openxmlformats.org/officeDocument/2006/relationships/tags" Target="../tags/tag502.xml"/><Relationship Id="rId3" Type="http://schemas.openxmlformats.org/officeDocument/2006/relationships/tags" Target="../tags/tag501.xml"/><Relationship Id="rId2" Type="http://schemas.openxmlformats.org/officeDocument/2006/relationships/tags" Target="../tags/tag500.xml"/><Relationship Id="rId1" Type="http://schemas.openxmlformats.org/officeDocument/2006/relationships/tags" Target="../tags/tag499.xml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6.xml"/><Relationship Id="rId8" Type="http://schemas.openxmlformats.org/officeDocument/2006/relationships/tags" Target="../tags/tag511.xml"/><Relationship Id="rId7" Type="http://schemas.openxmlformats.org/officeDocument/2006/relationships/tags" Target="../tags/tag510.xml"/><Relationship Id="rId6" Type="http://schemas.openxmlformats.org/officeDocument/2006/relationships/tags" Target="../tags/tag509.xml"/><Relationship Id="rId5" Type="http://schemas.openxmlformats.org/officeDocument/2006/relationships/tags" Target="../tags/tag508.xml"/><Relationship Id="rId4" Type="http://schemas.openxmlformats.org/officeDocument/2006/relationships/tags" Target="../tags/tag507.xml"/><Relationship Id="rId3" Type="http://schemas.openxmlformats.org/officeDocument/2006/relationships/tags" Target="../tags/tag506.xml"/><Relationship Id="rId2" Type="http://schemas.openxmlformats.org/officeDocument/2006/relationships/tags" Target="../tags/tag505.xml"/><Relationship Id="rId1" Type="http://schemas.openxmlformats.org/officeDocument/2006/relationships/tags" Target="../tags/tag50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0.xml"/><Relationship Id="rId2" Type="http://schemas.openxmlformats.org/officeDocument/2006/relationships/tags" Target="../tags/tag513.xml"/><Relationship Id="rId1" Type="http://schemas.openxmlformats.org/officeDocument/2006/relationships/tags" Target="../tags/tag5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8" name="组合 7"/>
          <p:cNvGrpSpPr/>
          <p:nvPr userDrawn="1">
            <p:custDataLst>
              <p:tags r:id="rId1"/>
            </p:custDataLst>
          </p:nvPr>
        </p:nvGrpSpPr>
        <p:grpSpPr>
          <a:xfrm>
            <a:off x="3001198" y="6045200"/>
            <a:ext cx="6142802" cy="812800"/>
            <a:chOff x="4001597" y="5613400"/>
            <a:chExt cx="8190403" cy="1244600"/>
          </a:xfrm>
        </p:grpSpPr>
        <p:sp>
          <p:nvSpPr>
            <p:cNvPr id="9" name="任意多边形: 形状 8"/>
            <p:cNvSpPr/>
            <p:nvPr>
              <p:custDataLst>
                <p:tags r:id="rId2"/>
              </p:custDataLst>
            </p:nvPr>
          </p:nvSpPr>
          <p:spPr>
            <a:xfrm>
              <a:off x="4001597" y="5613400"/>
              <a:ext cx="8190402" cy="1244600"/>
            </a:xfrm>
            <a:custGeom>
              <a:avLst/>
              <a:gdLst>
                <a:gd name="connsiteX0" fmla="*/ 8190402 w 8190402"/>
                <a:gd name="connsiteY0" fmla="*/ 0 h 1244600"/>
                <a:gd name="connsiteX1" fmla="*/ 8190402 w 8190402"/>
                <a:gd name="connsiteY1" fmla="*/ 1155849 h 1244600"/>
                <a:gd name="connsiteX2" fmla="*/ 4203232 w 8190402"/>
                <a:gd name="connsiteY2" fmla="*/ 1244600 h 1244600"/>
                <a:gd name="connsiteX3" fmla="*/ 0 w 8190402"/>
                <a:gd name="connsiteY3" fmla="*/ 1244600 h 1244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190402" h="1244600">
                  <a:moveTo>
                    <a:pt x="8190402" y="0"/>
                  </a:moveTo>
                  <a:lnTo>
                    <a:pt x="8190402" y="1155849"/>
                  </a:lnTo>
                  <a:lnTo>
                    <a:pt x="4203232" y="1244600"/>
                  </a:lnTo>
                  <a:lnTo>
                    <a:pt x="0" y="1244600"/>
                  </a:ln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 defTabSz="914400"/>
              <a:endParaRPr lang="zh-CN" altLang="en-US" sz="135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0" name="等腰三角形 9"/>
            <p:cNvSpPr/>
            <p:nvPr>
              <p:custDataLst>
                <p:tags r:id="rId3"/>
              </p:custDataLst>
            </p:nvPr>
          </p:nvSpPr>
          <p:spPr>
            <a:xfrm>
              <a:off x="5816600" y="5949254"/>
              <a:ext cx="6375400" cy="908746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 defTabSz="914400"/>
              <a:endParaRPr lang="zh-CN" altLang="en-US" sz="135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2" name="Rectangle 1"/>
          <p:cNvSpPr/>
          <p:nvPr>
            <p:custDataLst>
              <p:tags r:id="rId4"/>
            </p:custDataLst>
          </p:nvPr>
        </p:nvSpPr>
        <p:spPr>
          <a:xfrm>
            <a:off x="685800" y="1691640"/>
            <a:ext cx="109728" cy="347472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05840" y="1828800"/>
            <a:ext cx="4983480" cy="73723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defTabSz="457200">
              <a:defRPr sz="4200" b="1">
                <a:solidFill>
                  <a:srgbClr val="FFFFFF"/>
                </a:solidFill>
              </a:defRPr>
            </a:pPr>
            <a:r>
              <a:rPr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国际站智能运营系统</a:t>
            </a:r>
            <a:endParaRPr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05840" y="3063240"/>
            <a:ext cx="4457700" cy="42989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defTabSz="457200">
              <a:defRPr sz="2200">
                <a:solidFill>
                  <a:srgbClr val="D0E4F4"/>
                </a:solidFill>
              </a:defRPr>
            </a:pPr>
            <a:r>
              <a:rPr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自动发品 · 数据洞察 · 一站运营</a:t>
            </a:r>
            <a:endParaRPr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05840" y="4114800"/>
            <a:ext cx="4373880" cy="55308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defTabSz="457200">
              <a:defRPr sz="1500">
                <a:solidFill>
                  <a:srgbClr val="A8C0D8"/>
                </a:solidFill>
              </a:defRPr>
            </a:pPr>
            <a:r>
              <a:rPr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专为阿里巴巴国际站卖家打造</a:t>
            </a:r>
            <a:endParaRPr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defTabSz="457200">
              <a:defRPr sz="1500">
                <a:solidFill>
                  <a:srgbClr val="A8C0D8"/>
                </a:solidFill>
              </a:defRPr>
            </a:pPr>
            <a:r>
              <a:rPr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帮助您的团队更高效地上新、更清晰地做运营决策</a:t>
            </a:r>
            <a:endParaRPr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05840" y="5669280"/>
            <a:ext cx="1097280" cy="27559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defTabSz="457200">
              <a:defRPr sz="1200">
                <a:solidFill>
                  <a:srgbClr val="88A8C0"/>
                </a:solidFill>
              </a:defRPr>
            </a:pPr>
            <a:r>
              <a:rPr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产品方案介绍</a:t>
            </a:r>
            <a:endParaRPr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custDataLst>
      <p:tags r:id="rId5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8" name="组合 7"/>
          <p:cNvGrpSpPr/>
          <p:nvPr userDrawn="1">
            <p:custDataLst>
              <p:tags r:id="rId1"/>
            </p:custDataLst>
          </p:nvPr>
        </p:nvGrpSpPr>
        <p:grpSpPr>
          <a:xfrm>
            <a:off x="3001198" y="6045200"/>
            <a:ext cx="6142802" cy="812800"/>
            <a:chOff x="4001597" y="5613400"/>
            <a:chExt cx="8190403" cy="1244600"/>
          </a:xfrm>
        </p:grpSpPr>
        <p:sp>
          <p:nvSpPr>
            <p:cNvPr id="9" name="任意多边形: 形状 8"/>
            <p:cNvSpPr/>
            <p:nvPr>
              <p:custDataLst>
                <p:tags r:id="rId2"/>
              </p:custDataLst>
            </p:nvPr>
          </p:nvSpPr>
          <p:spPr>
            <a:xfrm>
              <a:off x="4001597" y="5613400"/>
              <a:ext cx="8190402" cy="1244600"/>
            </a:xfrm>
            <a:custGeom>
              <a:avLst/>
              <a:gdLst>
                <a:gd name="connsiteX0" fmla="*/ 8190402 w 8190402"/>
                <a:gd name="connsiteY0" fmla="*/ 0 h 1244600"/>
                <a:gd name="connsiteX1" fmla="*/ 8190402 w 8190402"/>
                <a:gd name="connsiteY1" fmla="*/ 1155849 h 1244600"/>
                <a:gd name="connsiteX2" fmla="*/ 4203232 w 8190402"/>
                <a:gd name="connsiteY2" fmla="*/ 1244600 h 1244600"/>
                <a:gd name="connsiteX3" fmla="*/ 0 w 8190402"/>
                <a:gd name="connsiteY3" fmla="*/ 1244600 h 1244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190402" h="1244600">
                  <a:moveTo>
                    <a:pt x="8190402" y="0"/>
                  </a:moveTo>
                  <a:lnTo>
                    <a:pt x="8190402" y="1155849"/>
                  </a:lnTo>
                  <a:lnTo>
                    <a:pt x="4203232" y="1244600"/>
                  </a:lnTo>
                  <a:lnTo>
                    <a:pt x="0" y="1244600"/>
                  </a:ln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 defTabSz="914400"/>
              <a:endParaRPr lang="zh-CN" altLang="en-US" sz="135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0" name="等腰三角形 9"/>
            <p:cNvSpPr/>
            <p:nvPr>
              <p:custDataLst>
                <p:tags r:id="rId3"/>
              </p:custDataLst>
            </p:nvPr>
          </p:nvSpPr>
          <p:spPr>
            <a:xfrm>
              <a:off x="5816600" y="5949254"/>
              <a:ext cx="6375400" cy="908746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 defTabSz="914400"/>
              <a:endParaRPr lang="zh-CN" altLang="en-US" sz="135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2" name="Rectangle 1"/>
          <p:cNvSpPr/>
          <p:nvPr>
            <p:custDataLst>
              <p:tags r:id="rId4"/>
            </p:custDataLst>
          </p:nvPr>
        </p:nvSpPr>
        <p:spPr>
          <a:xfrm>
            <a:off x="0" y="0"/>
            <a:ext cx="9144000" cy="914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457200">
              <a:defRPr sz="2600" b="1">
                <a:solidFill>
                  <a:srgbClr val="FFFFFF"/>
                </a:solidFill>
              </a:defRPr>
            </a:pPr>
            <a:r>
              <a:rPr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这是什么？</a:t>
            </a:r>
            <a:endParaRPr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94360" y="987552"/>
            <a:ext cx="2989580" cy="2914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defTabSz="457200">
              <a:defRPr sz="1300">
                <a:solidFill>
                  <a:srgbClr val="6B7A8C"/>
                </a:solidFill>
              </a:defRPr>
            </a:pPr>
            <a:r>
              <a:rPr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一款面向国际站卖家的一体化运营工具</a:t>
            </a:r>
            <a:endParaRPr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7" name="组合 6"/>
          <p:cNvGrpSpPr>
            <a:grpSpLocks noChangeAspect="1"/>
          </p:cNvGrpSpPr>
          <p:nvPr>
            <p:custDataLst>
              <p:tags r:id="rId5"/>
            </p:custDataLst>
          </p:nvPr>
        </p:nvGrpSpPr>
        <p:grpSpPr>
          <a:xfrm>
            <a:off x="769032" y="1727835"/>
            <a:ext cx="189135" cy="355600"/>
            <a:chOff x="1283913" y="1155618"/>
            <a:chExt cx="1013226" cy="1905000"/>
          </a:xfrm>
        </p:grpSpPr>
        <p:sp>
          <p:nvSpPr>
            <p:cNvPr id="11" name="任意多边形: 形状 3"/>
            <p:cNvSpPr/>
            <p:nvPr>
              <p:custDataLst>
                <p:tags r:id="rId6"/>
              </p:custDataLst>
            </p:nvPr>
          </p:nvSpPr>
          <p:spPr>
            <a:xfrm>
              <a:off x="1283913" y="1226700"/>
              <a:ext cx="1013226" cy="1833918"/>
            </a:xfrm>
            <a:custGeom>
              <a:avLst/>
              <a:gdLst/>
              <a:ahLst/>
              <a:cxnLst/>
              <a:rect l="0" t="0" r="0" b="0"/>
              <a:pathLst>
                <a:path w="2000378" h="3620645">
                  <a:moveTo>
                    <a:pt x="181229" y="3355341"/>
                  </a:moveTo>
                  <a:lnTo>
                    <a:pt x="232156" y="3371851"/>
                  </a:lnTo>
                  <a:lnTo>
                    <a:pt x="1120521" y="3613786"/>
                  </a:lnTo>
                  <a:cubicBezTo>
                    <a:pt x="1120521" y="3613786"/>
                    <a:pt x="1145032" y="3620644"/>
                    <a:pt x="1176274" y="3602991"/>
                  </a:cubicBezTo>
                  <a:cubicBezTo>
                    <a:pt x="1191895" y="3594228"/>
                    <a:pt x="1195324" y="3581909"/>
                    <a:pt x="1219327" y="3496311"/>
                  </a:cubicBezTo>
                  <a:cubicBezTo>
                    <a:pt x="1243330" y="3410713"/>
                    <a:pt x="1244727" y="3358389"/>
                    <a:pt x="1178179" y="3313304"/>
                  </a:cubicBezTo>
                  <a:cubicBezTo>
                    <a:pt x="1148334" y="3278633"/>
                    <a:pt x="1118489" y="3243835"/>
                    <a:pt x="1135634" y="3182748"/>
                  </a:cubicBezTo>
                  <a:lnTo>
                    <a:pt x="1319403" y="2502281"/>
                  </a:lnTo>
                  <a:lnTo>
                    <a:pt x="1637665" y="1364869"/>
                  </a:lnTo>
                  <a:lnTo>
                    <a:pt x="2000377" y="68453"/>
                  </a:lnTo>
                  <a:lnTo>
                    <a:pt x="1829181" y="20574"/>
                  </a:lnTo>
                  <a:lnTo>
                    <a:pt x="1780286" y="6858"/>
                  </a:lnTo>
                  <a:cubicBezTo>
                    <a:pt x="1780286" y="6858"/>
                    <a:pt x="1755775" y="0"/>
                    <a:pt x="1724533" y="17653"/>
                  </a:cubicBezTo>
                  <a:cubicBezTo>
                    <a:pt x="1693291" y="35306"/>
                    <a:pt x="1476121" y="198755"/>
                    <a:pt x="1476121" y="198755"/>
                  </a:cubicBezTo>
                  <a:cubicBezTo>
                    <a:pt x="1476121" y="198755"/>
                    <a:pt x="1144016" y="395987"/>
                    <a:pt x="1060323" y="412115"/>
                  </a:cubicBezTo>
                  <a:cubicBezTo>
                    <a:pt x="957580" y="449326"/>
                    <a:pt x="851408" y="498730"/>
                    <a:pt x="691007" y="506603"/>
                  </a:cubicBezTo>
                  <a:cubicBezTo>
                    <a:pt x="631825" y="529590"/>
                    <a:pt x="607314" y="522733"/>
                    <a:pt x="576580" y="632841"/>
                  </a:cubicBezTo>
                  <a:cubicBezTo>
                    <a:pt x="545846" y="742950"/>
                    <a:pt x="561467" y="734060"/>
                    <a:pt x="561467" y="734060"/>
                  </a:cubicBezTo>
                  <a:cubicBezTo>
                    <a:pt x="561467" y="734060"/>
                    <a:pt x="544322" y="795275"/>
                    <a:pt x="713613" y="803021"/>
                  </a:cubicBezTo>
                  <a:cubicBezTo>
                    <a:pt x="882904" y="810768"/>
                    <a:pt x="963041" y="806831"/>
                    <a:pt x="963041" y="806831"/>
                  </a:cubicBezTo>
                  <a:lnTo>
                    <a:pt x="644779" y="1944243"/>
                  </a:lnTo>
                  <a:lnTo>
                    <a:pt x="415544" y="2763647"/>
                  </a:lnTo>
                  <a:lnTo>
                    <a:pt x="364236" y="2947162"/>
                  </a:lnTo>
                  <a:cubicBezTo>
                    <a:pt x="364236" y="2947162"/>
                    <a:pt x="361315" y="3051810"/>
                    <a:pt x="127508" y="3039237"/>
                  </a:cubicBezTo>
                  <a:cubicBezTo>
                    <a:pt x="99568" y="3044572"/>
                    <a:pt x="92837" y="3069083"/>
                    <a:pt x="79121" y="3117978"/>
                  </a:cubicBezTo>
                  <a:cubicBezTo>
                    <a:pt x="65405" y="3166873"/>
                    <a:pt x="44958" y="3240279"/>
                    <a:pt x="44958" y="3240279"/>
                  </a:cubicBezTo>
                  <a:cubicBezTo>
                    <a:pt x="44958" y="3240279"/>
                    <a:pt x="0" y="3306827"/>
                    <a:pt x="109982" y="3337561"/>
                  </a:cubicBezTo>
                  <a:cubicBezTo>
                    <a:pt x="158750" y="3351277"/>
                    <a:pt x="173101" y="3354198"/>
                    <a:pt x="181229" y="3355341"/>
                  </a:cubicBezTo>
                  <a:close/>
                </a:path>
              </a:pathLst>
            </a:custGeom>
            <a:solidFill>
              <a:schemeClr val="lt1">
                <a:lumMod val="85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/>
              <a:endParaRPr lang="zh-CN" altLang="en-US">
                <a:solidFill>
                  <a:schemeClr val="lt1"/>
                </a:solidFill>
              </a:endParaRPr>
            </a:p>
          </p:txBody>
        </p:sp>
        <p:sp>
          <p:nvSpPr>
            <p:cNvPr id="12" name="任意多边形: 形状 4"/>
            <p:cNvSpPr/>
            <p:nvPr>
              <p:custDataLst>
                <p:tags r:id="rId7"/>
              </p:custDataLst>
            </p:nvPr>
          </p:nvSpPr>
          <p:spPr>
            <a:xfrm>
              <a:off x="1356217" y="1155618"/>
              <a:ext cx="704389" cy="1852637"/>
            </a:xfrm>
            <a:custGeom>
              <a:avLst/>
              <a:gdLst/>
              <a:ahLst/>
              <a:cxnLst/>
              <a:rect l="0" t="0" r="0" b="0"/>
              <a:pathLst>
                <a:path w="1390651" h="3657601">
                  <a:moveTo>
                    <a:pt x="352933" y="3655441"/>
                  </a:moveTo>
                  <a:lnTo>
                    <a:pt x="406400" y="3657600"/>
                  </a:lnTo>
                  <a:lnTo>
                    <a:pt x="1327150" y="3651250"/>
                  </a:lnTo>
                  <a:cubicBezTo>
                    <a:pt x="1327150" y="3651250"/>
                    <a:pt x="1352550" y="3651250"/>
                    <a:pt x="1377950" y="3625850"/>
                  </a:cubicBezTo>
                  <a:cubicBezTo>
                    <a:pt x="1390650" y="3613150"/>
                    <a:pt x="1390650" y="3600450"/>
                    <a:pt x="1390650" y="3511550"/>
                  </a:cubicBezTo>
                  <a:cubicBezTo>
                    <a:pt x="1390650" y="3422650"/>
                    <a:pt x="1377950" y="3371850"/>
                    <a:pt x="1301750" y="3346450"/>
                  </a:cubicBezTo>
                  <a:cubicBezTo>
                    <a:pt x="1263650" y="3321050"/>
                    <a:pt x="1225550" y="3295650"/>
                    <a:pt x="1225550" y="3232150"/>
                  </a:cubicBezTo>
                  <a:lnTo>
                    <a:pt x="1219200" y="2527300"/>
                  </a:lnTo>
                  <a:lnTo>
                    <a:pt x="1219200" y="1346200"/>
                  </a:lnTo>
                  <a:lnTo>
                    <a:pt x="1219200" y="0"/>
                  </a:lnTo>
                  <a:lnTo>
                    <a:pt x="1041400" y="0"/>
                  </a:lnTo>
                  <a:lnTo>
                    <a:pt x="990600" y="0"/>
                  </a:lnTo>
                  <a:cubicBezTo>
                    <a:pt x="990600" y="0"/>
                    <a:pt x="965200" y="0"/>
                    <a:pt x="939800" y="25400"/>
                  </a:cubicBezTo>
                  <a:cubicBezTo>
                    <a:pt x="914400" y="50800"/>
                    <a:pt x="749300" y="266700"/>
                    <a:pt x="749300" y="266700"/>
                  </a:cubicBezTo>
                  <a:cubicBezTo>
                    <a:pt x="749300" y="266700"/>
                    <a:pt x="482600" y="546100"/>
                    <a:pt x="406400" y="584200"/>
                  </a:cubicBezTo>
                  <a:cubicBezTo>
                    <a:pt x="317500" y="647700"/>
                    <a:pt x="228600" y="723900"/>
                    <a:pt x="76200" y="774700"/>
                  </a:cubicBezTo>
                  <a:cubicBezTo>
                    <a:pt x="25400" y="812800"/>
                    <a:pt x="0" y="812800"/>
                    <a:pt x="0" y="927100"/>
                  </a:cubicBezTo>
                  <a:cubicBezTo>
                    <a:pt x="0" y="1041400"/>
                    <a:pt x="12700" y="1028700"/>
                    <a:pt x="12700" y="1028700"/>
                  </a:cubicBezTo>
                  <a:cubicBezTo>
                    <a:pt x="12700" y="1028700"/>
                    <a:pt x="12700" y="1092200"/>
                    <a:pt x="177800" y="1054100"/>
                  </a:cubicBezTo>
                  <a:cubicBezTo>
                    <a:pt x="342903" y="1016013"/>
                    <a:pt x="419100" y="990600"/>
                    <a:pt x="419100" y="990600"/>
                  </a:cubicBezTo>
                  <a:lnTo>
                    <a:pt x="419100" y="2171700"/>
                  </a:lnTo>
                  <a:lnTo>
                    <a:pt x="419100" y="3022600"/>
                  </a:lnTo>
                  <a:lnTo>
                    <a:pt x="419100" y="3213100"/>
                  </a:lnTo>
                  <a:cubicBezTo>
                    <a:pt x="419100" y="3213100"/>
                    <a:pt x="444500" y="3314700"/>
                    <a:pt x="215900" y="3365500"/>
                  </a:cubicBezTo>
                  <a:cubicBezTo>
                    <a:pt x="190500" y="3378200"/>
                    <a:pt x="190500" y="3403600"/>
                    <a:pt x="190500" y="3454400"/>
                  </a:cubicBezTo>
                  <a:cubicBezTo>
                    <a:pt x="190500" y="3505200"/>
                    <a:pt x="190500" y="3581400"/>
                    <a:pt x="190500" y="3581400"/>
                  </a:cubicBezTo>
                  <a:cubicBezTo>
                    <a:pt x="190500" y="3581400"/>
                    <a:pt x="165100" y="3657600"/>
                    <a:pt x="279400" y="3657600"/>
                  </a:cubicBezTo>
                  <a:cubicBezTo>
                    <a:pt x="330200" y="3657600"/>
                    <a:pt x="344678" y="3656584"/>
                    <a:pt x="352933" y="3655441"/>
                  </a:cubicBezTo>
                  <a:close/>
                </a:path>
              </a:pathLst>
            </a:cu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/>
              <a:endParaRPr lang="zh-CN" altLang="en-US">
                <a:solidFill>
                  <a:schemeClr val="lt1"/>
                </a:solidFill>
              </a:endParaRPr>
            </a:p>
          </p:txBody>
        </p:sp>
      </p:grpSp>
      <p:grpSp>
        <p:nvGrpSpPr>
          <p:cNvPr id="62" name="组合 61"/>
          <p:cNvGrpSpPr>
            <a:grpSpLocks noChangeAspect="1"/>
          </p:cNvGrpSpPr>
          <p:nvPr>
            <p:custDataLst>
              <p:tags r:id="rId8"/>
            </p:custDataLst>
          </p:nvPr>
        </p:nvGrpSpPr>
        <p:grpSpPr>
          <a:xfrm>
            <a:off x="735349" y="2698750"/>
            <a:ext cx="256502" cy="355600"/>
            <a:chOff x="3262468" y="1155618"/>
            <a:chExt cx="1374117" cy="1905000"/>
          </a:xfrm>
        </p:grpSpPr>
        <p:sp>
          <p:nvSpPr>
            <p:cNvPr id="13" name="任意多边形: 形状 6"/>
            <p:cNvSpPr/>
            <p:nvPr>
              <p:custDataLst>
                <p:tags r:id="rId9"/>
              </p:custDataLst>
            </p:nvPr>
          </p:nvSpPr>
          <p:spPr>
            <a:xfrm>
              <a:off x="3262468" y="1156762"/>
              <a:ext cx="1374117" cy="1903856"/>
            </a:xfrm>
            <a:custGeom>
              <a:avLst/>
              <a:gdLst/>
              <a:ahLst/>
              <a:cxnLst/>
              <a:rect l="0" t="0" r="0" b="0"/>
              <a:pathLst>
                <a:path w="2745487" h="3803905">
                  <a:moveTo>
                    <a:pt x="2261235" y="2882773"/>
                  </a:moveTo>
                  <a:lnTo>
                    <a:pt x="2089658" y="3270377"/>
                  </a:lnTo>
                  <a:lnTo>
                    <a:pt x="1880235" y="3700399"/>
                  </a:lnTo>
                  <a:lnTo>
                    <a:pt x="1835658" y="3767201"/>
                  </a:lnTo>
                  <a:cubicBezTo>
                    <a:pt x="1835658" y="3767201"/>
                    <a:pt x="1825625" y="3803904"/>
                    <a:pt x="1715389" y="3773932"/>
                  </a:cubicBezTo>
                  <a:cubicBezTo>
                    <a:pt x="1605153" y="3743833"/>
                    <a:pt x="1066038" y="3596894"/>
                    <a:pt x="1066038" y="3596894"/>
                  </a:cubicBezTo>
                  <a:lnTo>
                    <a:pt x="0" y="3306191"/>
                  </a:lnTo>
                  <a:lnTo>
                    <a:pt x="143637" y="2779268"/>
                  </a:lnTo>
                  <a:cubicBezTo>
                    <a:pt x="143637" y="2779268"/>
                    <a:pt x="172593" y="2721356"/>
                    <a:pt x="238252" y="2673477"/>
                  </a:cubicBezTo>
                  <a:cubicBezTo>
                    <a:pt x="303911" y="2625599"/>
                    <a:pt x="491109" y="2518664"/>
                    <a:pt x="491109" y="2518664"/>
                  </a:cubicBezTo>
                  <a:lnTo>
                    <a:pt x="731647" y="2360422"/>
                  </a:lnTo>
                  <a:lnTo>
                    <a:pt x="1094740" y="2090801"/>
                  </a:lnTo>
                  <a:cubicBezTo>
                    <a:pt x="1094740" y="2090801"/>
                    <a:pt x="1483487" y="1775587"/>
                    <a:pt x="1538097" y="1671955"/>
                  </a:cubicBezTo>
                  <a:cubicBezTo>
                    <a:pt x="1592706" y="1568323"/>
                    <a:pt x="1663954" y="1548257"/>
                    <a:pt x="1812036" y="1101598"/>
                  </a:cubicBezTo>
                  <a:cubicBezTo>
                    <a:pt x="1812036" y="1101598"/>
                    <a:pt x="1904492" y="810895"/>
                    <a:pt x="1913382" y="681609"/>
                  </a:cubicBezTo>
                  <a:cubicBezTo>
                    <a:pt x="1922272" y="552450"/>
                    <a:pt x="1929003" y="527939"/>
                    <a:pt x="1905635" y="468884"/>
                  </a:cubicBezTo>
                  <a:cubicBezTo>
                    <a:pt x="1882267" y="409830"/>
                    <a:pt x="1825371" y="328549"/>
                    <a:pt x="1711833" y="310770"/>
                  </a:cubicBezTo>
                  <a:cubicBezTo>
                    <a:pt x="1598168" y="292989"/>
                    <a:pt x="1591564" y="317500"/>
                    <a:pt x="1591564" y="317500"/>
                  </a:cubicBezTo>
                  <a:cubicBezTo>
                    <a:pt x="1591564" y="317500"/>
                    <a:pt x="1480185" y="339725"/>
                    <a:pt x="1454531" y="530225"/>
                  </a:cubicBezTo>
                  <a:cubicBezTo>
                    <a:pt x="1436751" y="643890"/>
                    <a:pt x="1408938" y="939039"/>
                    <a:pt x="1265174" y="1031495"/>
                  </a:cubicBezTo>
                  <a:cubicBezTo>
                    <a:pt x="1230630" y="1061593"/>
                    <a:pt x="1170559" y="1137286"/>
                    <a:pt x="1004570" y="1118362"/>
                  </a:cubicBezTo>
                  <a:cubicBezTo>
                    <a:pt x="967867" y="1108330"/>
                    <a:pt x="915416" y="1107186"/>
                    <a:pt x="851916" y="1050417"/>
                  </a:cubicBezTo>
                  <a:cubicBezTo>
                    <a:pt x="830707" y="1031494"/>
                    <a:pt x="703707" y="917829"/>
                    <a:pt x="752729" y="641604"/>
                  </a:cubicBezTo>
                  <a:cubicBezTo>
                    <a:pt x="766064" y="592582"/>
                    <a:pt x="830707" y="307467"/>
                    <a:pt x="1161542" y="108077"/>
                  </a:cubicBezTo>
                  <a:cubicBezTo>
                    <a:pt x="1192784" y="90297"/>
                    <a:pt x="1326388" y="34544"/>
                    <a:pt x="1409954" y="17780"/>
                  </a:cubicBezTo>
                  <a:cubicBezTo>
                    <a:pt x="1493519" y="1016"/>
                    <a:pt x="1730756" y="0"/>
                    <a:pt x="1865502" y="36703"/>
                  </a:cubicBezTo>
                  <a:cubicBezTo>
                    <a:pt x="1902206" y="46736"/>
                    <a:pt x="2040381" y="71247"/>
                    <a:pt x="2235326" y="177038"/>
                  </a:cubicBezTo>
                  <a:cubicBezTo>
                    <a:pt x="2268727" y="199263"/>
                    <a:pt x="2302129" y="221615"/>
                    <a:pt x="2302129" y="221615"/>
                  </a:cubicBezTo>
                  <a:cubicBezTo>
                    <a:pt x="2302129" y="221615"/>
                    <a:pt x="2453639" y="341884"/>
                    <a:pt x="2480310" y="388747"/>
                  </a:cubicBezTo>
                  <a:cubicBezTo>
                    <a:pt x="2489200" y="404368"/>
                    <a:pt x="2646299" y="552450"/>
                    <a:pt x="2686431" y="839852"/>
                  </a:cubicBezTo>
                  <a:cubicBezTo>
                    <a:pt x="2688717" y="879984"/>
                    <a:pt x="2745486" y="1106044"/>
                    <a:pt x="2615184" y="1439165"/>
                  </a:cubicBezTo>
                  <a:cubicBezTo>
                    <a:pt x="2608453" y="1463675"/>
                    <a:pt x="2536063" y="1680846"/>
                    <a:pt x="2272157" y="1924813"/>
                  </a:cubicBezTo>
                  <a:cubicBezTo>
                    <a:pt x="2206498" y="1972692"/>
                    <a:pt x="2049399" y="2114170"/>
                    <a:pt x="1695196" y="2254505"/>
                  </a:cubicBezTo>
                  <a:cubicBezTo>
                    <a:pt x="1561592" y="2310258"/>
                    <a:pt x="1082548" y="2521839"/>
                    <a:pt x="1082548" y="2521839"/>
                  </a:cubicBezTo>
                  <a:cubicBezTo>
                    <a:pt x="1082548" y="2521839"/>
                    <a:pt x="628142" y="2740152"/>
                    <a:pt x="605790" y="2773553"/>
                  </a:cubicBezTo>
                  <a:cubicBezTo>
                    <a:pt x="703834" y="2800224"/>
                    <a:pt x="1340993" y="2973959"/>
                    <a:pt x="1340993" y="2973959"/>
                  </a:cubicBezTo>
                  <a:lnTo>
                    <a:pt x="1684020" y="3067558"/>
                  </a:lnTo>
                  <a:cubicBezTo>
                    <a:pt x="1684020" y="3067558"/>
                    <a:pt x="1803146" y="3113278"/>
                    <a:pt x="1876679" y="2988437"/>
                  </a:cubicBezTo>
                  <a:cubicBezTo>
                    <a:pt x="1950212" y="2863723"/>
                    <a:pt x="1980311" y="2753360"/>
                    <a:pt x="2066036" y="2776855"/>
                  </a:cubicBezTo>
                  <a:cubicBezTo>
                    <a:pt x="2152015" y="2800350"/>
                    <a:pt x="2253361" y="2814828"/>
                    <a:pt x="2261235" y="2882773"/>
                  </a:cubicBezTo>
                  <a:close/>
                </a:path>
              </a:pathLst>
            </a:custGeom>
            <a:solidFill>
              <a:schemeClr val="lt1">
                <a:lumMod val="85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/>
              <a:endParaRPr lang="zh-CN" altLang="en-US">
                <a:solidFill>
                  <a:schemeClr val="lt1"/>
                </a:solidFill>
              </a:endParaRPr>
            </a:p>
          </p:txBody>
        </p:sp>
        <p:sp>
          <p:nvSpPr>
            <p:cNvPr id="14" name="任意多边形: 形状 7"/>
            <p:cNvSpPr/>
            <p:nvPr>
              <p:custDataLst>
                <p:tags r:id="rId10"/>
              </p:custDataLst>
            </p:nvPr>
          </p:nvSpPr>
          <p:spPr>
            <a:xfrm>
              <a:off x="3369890" y="1155618"/>
              <a:ext cx="1036086" cy="1830631"/>
            </a:xfrm>
            <a:custGeom>
              <a:avLst/>
              <a:gdLst/>
              <a:ahLst/>
              <a:cxnLst/>
              <a:rect l="0" t="0" r="0" b="0"/>
              <a:pathLst>
                <a:path w="2070101" h="3657601">
                  <a:moveTo>
                    <a:pt x="2070100" y="2654300"/>
                  </a:moveTo>
                  <a:lnTo>
                    <a:pt x="2006600" y="3073400"/>
                  </a:lnTo>
                  <a:lnTo>
                    <a:pt x="1917700" y="3543300"/>
                  </a:lnTo>
                  <a:lnTo>
                    <a:pt x="1892300" y="3619500"/>
                  </a:lnTo>
                  <a:cubicBezTo>
                    <a:pt x="1892300" y="3619500"/>
                    <a:pt x="1892300" y="3657600"/>
                    <a:pt x="1778000" y="3657600"/>
                  </a:cubicBezTo>
                  <a:cubicBezTo>
                    <a:pt x="1663700" y="3657600"/>
                    <a:pt x="1104900" y="3657600"/>
                    <a:pt x="1104900" y="3657600"/>
                  </a:cubicBezTo>
                  <a:lnTo>
                    <a:pt x="0" y="3657600"/>
                  </a:lnTo>
                  <a:lnTo>
                    <a:pt x="0" y="3111500"/>
                  </a:lnTo>
                  <a:cubicBezTo>
                    <a:pt x="0" y="3111500"/>
                    <a:pt x="12700" y="3048000"/>
                    <a:pt x="63500" y="2984500"/>
                  </a:cubicBezTo>
                  <a:cubicBezTo>
                    <a:pt x="114300" y="2921000"/>
                    <a:pt x="266700" y="2768600"/>
                    <a:pt x="266700" y="2768600"/>
                  </a:cubicBezTo>
                  <a:lnTo>
                    <a:pt x="457200" y="2552700"/>
                  </a:lnTo>
                  <a:lnTo>
                    <a:pt x="736600" y="2197100"/>
                  </a:lnTo>
                  <a:cubicBezTo>
                    <a:pt x="736600" y="2197100"/>
                    <a:pt x="1028700" y="1790700"/>
                    <a:pt x="1054100" y="1676400"/>
                  </a:cubicBezTo>
                  <a:cubicBezTo>
                    <a:pt x="1079502" y="1562101"/>
                    <a:pt x="1143000" y="1524000"/>
                    <a:pt x="1168400" y="1054100"/>
                  </a:cubicBezTo>
                  <a:cubicBezTo>
                    <a:pt x="1168400" y="1054100"/>
                    <a:pt x="1181100" y="749300"/>
                    <a:pt x="1155700" y="622300"/>
                  </a:cubicBezTo>
                  <a:cubicBezTo>
                    <a:pt x="1130300" y="495300"/>
                    <a:pt x="1130300" y="469900"/>
                    <a:pt x="1092200" y="419100"/>
                  </a:cubicBezTo>
                  <a:cubicBezTo>
                    <a:pt x="1054100" y="368300"/>
                    <a:pt x="977900" y="304800"/>
                    <a:pt x="863600" y="317500"/>
                  </a:cubicBezTo>
                  <a:cubicBezTo>
                    <a:pt x="749300" y="330200"/>
                    <a:pt x="749300" y="355600"/>
                    <a:pt x="749300" y="355600"/>
                  </a:cubicBezTo>
                  <a:cubicBezTo>
                    <a:pt x="749300" y="355600"/>
                    <a:pt x="647700" y="406400"/>
                    <a:pt x="673100" y="596900"/>
                  </a:cubicBezTo>
                  <a:cubicBezTo>
                    <a:pt x="685800" y="711200"/>
                    <a:pt x="736600" y="1003300"/>
                    <a:pt x="622300" y="1130300"/>
                  </a:cubicBezTo>
                  <a:cubicBezTo>
                    <a:pt x="596900" y="1168400"/>
                    <a:pt x="558800" y="1257300"/>
                    <a:pt x="393700" y="1282700"/>
                  </a:cubicBezTo>
                  <a:cubicBezTo>
                    <a:pt x="355600" y="1282700"/>
                    <a:pt x="304800" y="1295400"/>
                    <a:pt x="228600" y="1257300"/>
                  </a:cubicBezTo>
                  <a:cubicBezTo>
                    <a:pt x="203200" y="1244600"/>
                    <a:pt x="50800" y="1168400"/>
                    <a:pt x="25400" y="889000"/>
                  </a:cubicBezTo>
                  <a:cubicBezTo>
                    <a:pt x="25400" y="838200"/>
                    <a:pt x="12700" y="546100"/>
                    <a:pt x="279400" y="266700"/>
                  </a:cubicBezTo>
                  <a:cubicBezTo>
                    <a:pt x="304800" y="241300"/>
                    <a:pt x="419100" y="152400"/>
                    <a:pt x="495300" y="114300"/>
                  </a:cubicBezTo>
                  <a:cubicBezTo>
                    <a:pt x="571497" y="76193"/>
                    <a:pt x="800100" y="12700"/>
                    <a:pt x="939800" y="12700"/>
                  </a:cubicBezTo>
                  <a:cubicBezTo>
                    <a:pt x="977900" y="12700"/>
                    <a:pt x="1117600" y="0"/>
                    <a:pt x="1333500" y="50800"/>
                  </a:cubicBezTo>
                  <a:cubicBezTo>
                    <a:pt x="1371600" y="63500"/>
                    <a:pt x="1409700" y="76200"/>
                    <a:pt x="1409700" y="76200"/>
                  </a:cubicBezTo>
                  <a:cubicBezTo>
                    <a:pt x="1409700" y="76200"/>
                    <a:pt x="1587500" y="152400"/>
                    <a:pt x="1625600" y="190500"/>
                  </a:cubicBezTo>
                  <a:cubicBezTo>
                    <a:pt x="1638300" y="203200"/>
                    <a:pt x="1828800" y="304800"/>
                    <a:pt x="1943100" y="571500"/>
                  </a:cubicBezTo>
                  <a:cubicBezTo>
                    <a:pt x="1955800" y="609600"/>
                    <a:pt x="2070100" y="812800"/>
                    <a:pt x="2032000" y="1168400"/>
                  </a:cubicBezTo>
                  <a:cubicBezTo>
                    <a:pt x="2032000" y="1193800"/>
                    <a:pt x="2019300" y="1422400"/>
                    <a:pt x="1828800" y="1727200"/>
                  </a:cubicBezTo>
                  <a:cubicBezTo>
                    <a:pt x="1778000" y="1790700"/>
                    <a:pt x="1663700" y="1968500"/>
                    <a:pt x="1358900" y="2197100"/>
                  </a:cubicBezTo>
                  <a:cubicBezTo>
                    <a:pt x="1244600" y="2286000"/>
                    <a:pt x="838200" y="2616200"/>
                    <a:pt x="838200" y="2616200"/>
                  </a:cubicBezTo>
                  <a:cubicBezTo>
                    <a:pt x="838200" y="2616200"/>
                    <a:pt x="457200" y="2946400"/>
                    <a:pt x="444500" y="2984500"/>
                  </a:cubicBezTo>
                  <a:cubicBezTo>
                    <a:pt x="546100" y="2984500"/>
                    <a:pt x="1206500" y="2984500"/>
                    <a:pt x="1206500" y="2984500"/>
                  </a:cubicBezTo>
                  <a:lnTo>
                    <a:pt x="1562100" y="2984500"/>
                  </a:lnTo>
                  <a:cubicBezTo>
                    <a:pt x="1562100" y="2984500"/>
                    <a:pt x="1689100" y="2997200"/>
                    <a:pt x="1727200" y="2857500"/>
                  </a:cubicBezTo>
                  <a:cubicBezTo>
                    <a:pt x="1765312" y="2717803"/>
                    <a:pt x="1765300" y="2603500"/>
                    <a:pt x="1854200" y="2603500"/>
                  </a:cubicBezTo>
                  <a:cubicBezTo>
                    <a:pt x="1943100" y="2603500"/>
                    <a:pt x="2044700" y="2590800"/>
                    <a:pt x="2070100" y="2654300"/>
                  </a:cubicBezTo>
                  <a:close/>
                </a:path>
              </a:pathLst>
            </a:cu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/>
              <a:endParaRPr lang="zh-CN" altLang="en-US">
                <a:solidFill>
                  <a:schemeClr val="lt1"/>
                </a:solidFill>
              </a:endParaRPr>
            </a:p>
          </p:txBody>
        </p:sp>
      </p:grpSp>
      <p:grpSp>
        <p:nvGrpSpPr>
          <p:cNvPr id="63" name="组合 62"/>
          <p:cNvGrpSpPr>
            <a:grpSpLocks noChangeAspect="1"/>
          </p:cNvGrpSpPr>
          <p:nvPr>
            <p:custDataLst>
              <p:tags r:id="rId11"/>
            </p:custDataLst>
          </p:nvPr>
        </p:nvGrpSpPr>
        <p:grpSpPr>
          <a:xfrm>
            <a:off x="742673" y="3376930"/>
            <a:ext cx="241855" cy="355600"/>
            <a:chOff x="5460700" y="1155618"/>
            <a:chExt cx="1295653" cy="1905000"/>
          </a:xfrm>
        </p:grpSpPr>
        <p:sp>
          <p:nvSpPr>
            <p:cNvPr id="15" name="任意多边形: 形状 9"/>
            <p:cNvSpPr/>
            <p:nvPr>
              <p:custDataLst>
                <p:tags r:id="rId12"/>
              </p:custDataLst>
            </p:nvPr>
          </p:nvSpPr>
          <p:spPr>
            <a:xfrm>
              <a:off x="5460700" y="1189984"/>
              <a:ext cx="1295653" cy="1841774"/>
            </a:xfrm>
            <a:custGeom>
              <a:avLst/>
              <a:gdLst/>
              <a:ahLst/>
              <a:cxnLst/>
              <a:rect l="0" t="0" r="0" b="0"/>
              <a:pathLst>
                <a:path w="2599945" h="3695828">
                  <a:moveTo>
                    <a:pt x="1034034" y="1489202"/>
                  </a:moveTo>
                  <a:cubicBezTo>
                    <a:pt x="1034034" y="1489202"/>
                    <a:pt x="1296543" y="1588135"/>
                    <a:pt x="1430401" y="1532890"/>
                  </a:cubicBezTo>
                  <a:cubicBezTo>
                    <a:pt x="1520698" y="1491996"/>
                    <a:pt x="1624203" y="1546860"/>
                    <a:pt x="1794256" y="645160"/>
                  </a:cubicBezTo>
                  <a:cubicBezTo>
                    <a:pt x="1803654" y="516001"/>
                    <a:pt x="1828546" y="377952"/>
                    <a:pt x="1629283" y="336042"/>
                  </a:cubicBezTo>
                  <a:cubicBezTo>
                    <a:pt x="1576959" y="334772"/>
                    <a:pt x="1395349" y="324104"/>
                    <a:pt x="1392301" y="573659"/>
                  </a:cubicBezTo>
                  <a:cubicBezTo>
                    <a:pt x="1391031" y="625983"/>
                    <a:pt x="1394206" y="995807"/>
                    <a:pt x="1235964" y="1044321"/>
                  </a:cubicBezTo>
                  <a:cubicBezTo>
                    <a:pt x="1189101" y="1070864"/>
                    <a:pt x="996188" y="1149350"/>
                    <a:pt x="851789" y="1004062"/>
                  </a:cubicBezTo>
                  <a:cubicBezTo>
                    <a:pt x="821817" y="969391"/>
                    <a:pt x="683006" y="852043"/>
                    <a:pt x="812292" y="479298"/>
                  </a:cubicBezTo>
                  <a:cubicBezTo>
                    <a:pt x="841502" y="421513"/>
                    <a:pt x="916686" y="244602"/>
                    <a:pt x="1222375" y="91948"/>
                  </a:cubicBezTo>
                  <a:cubicBezTo>
                    <a:pt x="1265809" y="77597"/>
                    <a:pt x="1366393" y="0"/>
                    <a:pt x="1738249" y="36830"/>
                  </a:cubicBezTo>
                  <a:cubicBezTo>
                    <a:pt x="1762760" y="43561"/>
                    <a:pt x="2100072" y="110363"/>
                    <a:pt x="2286508" y="293751"/>
                  </a:cubicBezTo>
                  <a:cubicBezTo>
                    <a:pt x="2328672" y="331724"/>
                    <a:pt x="2455291" y="445770"/>
                    <a:pt x="2500376" y="616331"/>
                  </a:cubicBezTo>
                  <a:cubicBezTo>
                    <a:pt x="2514727" y="659765"/>
                    <a:pt x="2599944" y="828294"/>
                    <a:pt x="2565654" y="1095502"/>
                  </a:cubicBezTo>
                  <a:cubicBezTo>
                    <a:pt x="2552065" y="1144524"/>
                    <a:pt x="2543556" y="1366139"/>
                    <a:pt x="2344674" y="1561465"/>
                  </a:cubicBezTo>
                  <a:cubicBezTo>
                    <a:pt x="2310003" y="1591437"/>
                    <a:pt x="2195957" y="1718056"/>
                    <a:pt x="1969770" y="1774063"/>
                  </a:cubicBezTo>
                  <a:cubicBezTo>
                    <a:pt x="1914017" y="1784985"/>
                    <a:pt x="1706753" y="1820037"/>
                    <a:pt x="1645539" y="1803019"/>
                  </a:cubicBezTo>
                  <a:cubicBezTo>
                    <a:pt x="1687703" y="1840992"/>
                    <a:pt x="2038096" y="2003679"/>
                    <a:pt x="2152777" y="2351659"/>
                  </a:cubicBezTo>
                  <a:cubicBezTo>
                    <a:pt x="2176018" y="2410714"/>
                    <a:pt x="2322703" y="2833370"/>
                    <a:pt x="1969135" y="3302254"/>
                  </a:cubicBezTo>
                  <a:cubicBezTo>
                    <a:pt x="1927733" y="3356737"/>
                    <a:pt x="1719453" y="3681222"/>
                    <a:pt x="1124712" y="3688207"/>
                  </a:cubicBezTo>
                  <a:cubicBezTo>
                    <a:pt x="1056767" y="3695827"/>
                    <a:pt x="604647" y="3663061"/>
                    <a:pt x="377190" y="3389503"/>
                  </a:cubicBezTo>
                  <a:cubicBezTo>
                    <a:pt x="299593" y="3289046"/>
                    <a:pt x="0" y="2942718"/>
                    <a:pt x="267843" y="2450212"/>
                  </a:cubicBezTo>
                  <a:cubicBezTo>
                    <a:pt x="321437" y="2399158"/>
                    <a:pt x="435483" y="2272539"/>
                    <a:pt x="649097" y="2357883"/>
                  </a:cubicBezTo>
                  <a:cubicBezTo>
                    <a:pt x="706882" y="2387093"/>
                    <a:pt x="826008" y="2433067"/>
                    <a:pt x="829691" y="2658111"/>
                  </a:cubicBezTo>
                  <a:cubicBezTo>
                    <a:pt x="818261" y="2747138"/>
                    <a:pt x="804672" y="2796159"/>
                    <a:pt x="703707" y="3018537"/>
                  </a:cubicBezTo>
                  <a:cubicBezTo>
                    <a:pt x="686816" y="3079751"/>
                    <a:pt x="602742" y="3241040"/>
                    <a:pt x="837438" y="3345308"/>
                  </a:cubicBezTo>
                  <a:cubicBezTo>
                    <a:pt x="902081" y="3350007"/>
                    <a:pt x="1103376" y="3431922"/>
                    <a:pt x="1238631" y="2942337"/>
                  </a:cubicBezTo>
                  <a:cubicBezTo>
                    <a:pt x="1265682" y="2844420"/>
                    <a:pt x="1386586" y="2311274"/>
                    <a:pt x="1386586" y="2311274"/>
                  </a:cubicBezTo>
                  <a:cubicBezTo>
                    <a:pt x="1386586" y="2311274"/>
                    <a:pt x="1412875" y="2120901"/>
                    <a:pt x="1377442" y="2058417"/>
                  </a:cubicBezTo>
                  <a:cubicBezTo>
                    <a:pt x="1342009" y="1995932"/>
                    <a:pt x="1347978" y="1878965"/>
                    <a:pt x="931799" y="1764031"/>
                  </a:cubicBezTo>
                  <a:cubicBezTo>
                    <a:pt x="882777" y="1750442"/>
                    <a:pt x="814832" y="1758062"/>
                    <a:pt x="881253" y="1565657"/>
                  </a:cubicBezTo>
                  <a:cubicBezTo>
                    <a:pt x="910336" y="1507744"/>
                    <a:pt x="923925" y="1458722"/>
                    <a:pt x="1034034" y="1489202"/>
                  </a:cubicBezTo>
                  <a:close/>
                </a:path>
              </a:pathLst>
            </a:custGeom>
            <a:solidFill>
              <a:schemeClr val="lt1">
                <a:lumMod val="85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/>
              <a:endParaRPr lang="zh-CN" altLang="en-US">
                <a:solidFill>
                  <a:schemeClr val="lt1"/>
                </a:solidFill>
              </a:endParaRPr>
            </a:p>
          </p:txBody>
        </p:sp>
        <p:sp>
          <p:nvSpPr>
            <p:cNvPr id="16" name="任意多边形: 形状 10"/>
            <p:cNvSpPr/>
            <p:nvPr>
              <p:custDataLst>
                <p:tags r:id="rId13"/>
              </p:custDataLst>
            </p:nvPr>
          </p:nvSpPr>
          <p:spPr>
            <a:xfrm>
              <a:off x="5538672" y="1155618"/>
              <a:ext cx="1101229" cy="1905000"/>
            </a:xfrm>
            <a:custGeom>
              <a:avLst/>
              <a:gdLst/>
              <a:ahLst/>
              <a:cxnLst/>
              <a:rect l="0" t="0" r="0" b="0"/>
              <a:pathLst>
                <a:path w="2209801" h="3822701">
                  <a:moveTo>
                    <a:pt x="609600" y="1612900"/>
                  </a:moveTo>
                  <a:cubicBezTo>
                    <a:pt x="609600" y="1612900"/>
                    <a:pt x="889000" y="1638300"/>
                    <a:pt x="1003300" y="1549400"/>
                  </a:cubicBezTo>
                  <a:cubicBezTo>
                    <a:pt x="1079500" y="1485900"/>
                    <a:pt x="1193800" y="1511300"/>
                    <a:pt x="1117600" y="596900"/>
                  </a:cubicBezTo>
                  <a:cubicBezTo>
                    <a:pt x="1092200" y="469900"/>
                    <a:pt x="1079500" y="330200"/>
                    <a:pt x="876300" y="342900"/>
                  </a:cubicBezTo>
                  <a:cubicBezTo>
                    <a:pt x="825500" y="355600"/>
                    <a:pt x="647700" y="393700"/>
                    <a:pt x="711200" y="635000"/>
                  </a:cubicBezTo>
                  <a:cubicBezTo>
                    <a:pt x="723900" y="685800"/>
                    <a:pt x="825500" y="1041400"/>
                    <a:pt x="685800" y="1130300"/>
                  </a:cubicBezTo>
                  <a:cubicBezTo>
                    <a:pt x="647700" y="1168400"/>
                    <a:pt x="482600" y="1295400"/>
                    <a:pt x="304800" y="1193800"/>
                  </a:cubicBezTo>
                  <a:cubicBezTo>
                    <a:pt x="266700" y="1168400"/>
                    <a:pt x="101600" y="1092200"/>
                    <a:pt x="127000" y="698500"/>
                  </a:cubicBezTo>
                  <a:cubicBezTo>
                    <a:pt x="139700" y="635000"/>
                    <a:pt x="165100" y="444500"/>
                    <a:pt x="419100" y="215900"/>
                  </a:cubicBezTo>
                  <a:cubicBezTo>
                    <a:pt x="457200" y="190500"/>
                    <a:pt x="533400" y="88900"/>
                    <a:pt x="901700" y="25400"/>
                  </a:cubicBezTo>
                  <a:cubicBezTo>
                    <a:pt x="927100" y="25400"/>
                    <a:pt x="1270000" y="0"/>
                    <a:pt x="1498600" y="127000"/>
                  </a:cubicBezTo>
                  <a:cubicBezTo>
                    <a:pt x="1549400" y="152400"/>
                    <a:pt x="1701800" y="228600"/>
                    <a:pt x="1790700" y="381000"/>
                  </a:cubicBezTo>
                  <a:cubicBezTo>
                    <a:pt x="1816100" y="419100"/>
                    <a:pt x="1943100" y="558800"/>
                    <a:pt x="1981200" y="825500"/>
                  </a:cubicBezTo>
                  <a:cubicBezTo>
                    <a:pt x="1981200" y="876300"/>
                    <a:pt x="2032000" y="1092200"/>
                    <a:pt x="1892300" y="1333500"/>
                  </a:cubicBezTo>
                  <a:cubicBezTo>
                    <a:pt x="1866900" y="1371600"/>
                    <a:pt x="1790700" y="1524000"/>
                    <a:pt x="1587500" y="1638300"/>
                  </a:cubicBezTo>
                  <a:cubicBezTo>
                    <a:pt x="1536700" y="1663700"/>
                    <a:pt x="1346200" y="1752600"/>
                    <a:pt x="1282700" y="1752600"/>
                  </a:cubicBezTo>
                  <a:cubicBezTo>
                    <a:pt x="1333500" y="1778000"/>
                    <a:pt x="1714500" y="1841500"/>
                    <a:pt x="1917700" y="2146300"/>
                  </a:cubicBezTo>
                  <a:cubicBezTo>
                    <a:pt x="1955800" y="2197100"/>
                    <a:pt x="2209800" y="2565400"/>
                    <a:pt x="1993900" y="3111500"/>
                  </a:cubicBezTo>
                  <a:cubicBezTo>
                    <a:pt x="1968500" y="3175000"/>
                    <a:pt x="1854200" y="3543300"/>
                    <a:pt x="1282700" y="3708400"/>
                  </a:cubicBezTo>
                  <a:cubicBezTo>
                    <a:pt x="1219200" y="3733800"/>
                    <a:pt x="774700" y="3822700"/>
                    <a:pt x="482600" y="3619500"/>
                  </a:cubicBezTo>
                  <a:cubicBezTo>
                    <a:pt x="381000" y="3543300"/>
                    <a:pt x="0" y="3289300"/>
                    <a:pt x="127000" y="2743200"/>
                  </a:cubicBezTo>
                  <a:cubicBezTo>
                    <a:pt x="165100" y="2679700"/>
                    <a:pt x="241300" y="2527300"/>
                    <a:pt x="469900" y="2552700"/>
                  </a:cubicBezTo>
                  <a:cubicBezTo>
                    <a:pt x="533400" y="2565400"/>
                    <a:pt x="660400" y="2578100"/>
                    <a:pt x="723900" y="2794000"/>
                  </a:cubicBezTo>
                  <a:cubicBezTo>
                    <a:pt x="736600" y="2882900"/>
                    <a:pt x="736600" y="2933700"/>
                    <a:pt x="698500" y="3175000"/>
                  </a:cubicBezTo>
                  <a:cubicBezTo>
                    <a:pt x="698500" y="3238500"/>
                    <a:pt x="660400" y="3416300"/>
                    <a:pt x="914400" y="3454400"/>
                  </a:cubicBezTo>
                  <a:cubicBezTo>
                    <a:pt x="977900" y="3441700"/>
                    <a:pt x="1193800" y="3467100"/>
                    <a:pt x="1193800" y="2959100"/>
                  </a:cubicBezTo>
                  <a:cubicBezTo>
                    <a:pt x="1193800" y="2857500"/>
                    <a:pt x="1168400" y="2311400"/>
                    <a:pt x="1168400" y="2311400"/>
                  </a:cubicBezTo>
                  <a:cubicBezTo>
                    <a:pt x="1168400" y="2311400"/>
                    <a:pt x="1143000" y="2120900"/>
                    <a:pt x="1092200" y="2070100"/>
                  </a:cubicBezTo>
                  <a:cubicBezTo>
                    <a:pt x="1041400" y="2019300"/>
                    <a:pt x="1016000" y="1905000"/>
                    <a:pt x="584200" y="1905000"/>
                  </a:cubicBezTo>
                  <a:cubicBezTo>
                    <a:pt x="533400" y="1905000"/>
                    <a:pt x="469900" y="1930400"/>
                    <a:pt x="482600" y="1727200"/>
                  </a:cubicBezTo>
                  <a:cubicBezTo>
                    <a:pt x="495300" y="1663700"/>
                    <a:pt x="495300" y="1612900"/>
                    <a:pt x="609600" y="1612900"/>
                  </a:cubicBezTo>
                  <a:close/>
                </a:path>
              </a:pathLst>
            </a:cu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/>
              <a:endParaRPr lang="zh-CN" altLang="en-US">
                <a:solidFill>
                  <a:schemeClr val="lt1"/>
                </a:solidFill>
              </a:endParaRPr>
            </a:p>
          </p:txBody>
        </p:sp>
      </p:grpSp>
      <p:grpSp>
        <p:nvGrpSpPr>
          <p:cNvPr id="64" name="组合 63"/>
          <p:cNvGrpSpPr>
            <a:grpSpLocks noChangeAspect="1"/>
          </p:cNvGrpSpPr>
          <p:nvPr>
            <p:custDataLst>
              <p:tags r:id="rId14"/>
            </p:custDataLst>
          </p:nvPr>
        </p:nvGrpSpPr>
        <p:grpSpPr>
          <a:xfrm>
            <a:off x="749713" y="4055110"/>
            <a:ext cx="227773" cy="355600"/>
            <a:chOff x="7668902" y="1161573"/>
            <a:chExt cx="1206752" cy="1883981"/>
          </a:xfrm>
        </p:grpSpPr>
        <p:sp>
          <p:nvSpPr>
            <p:cNvPr id="53" name="任意多边形: 形状 52"/>
            <p:cNvSpPr/>
            <p:nvPr>
              <p:custDataLst>
                <p:tags r:id="rId15"/>
              </p:custDataLst>
            </p:nvPr>
          </p:nvSpPr>
          <p:spPr>
            <a:xfrm>
              <a:off x="7668902" y="1266516"/>
              <a:ext cx="1206752" cy="1779038"/>
            </a:xfrm>
            <a:custGeom>
              <a:avLst/>
              <a:gdLst>
                <a:gd name="connsiteX0" fmla="*/ 684478 w 1206752"/>
                <a:gd name="connsiteY0" fmla="*/ 532642 h 1779038"/>
                <a:gd name="connsiteX1" fmla="*/ 202809 w 1206752"/>
                <a:gd name="connsiteY1" fmla="*/ 956302 h 1779038"/>
                <a:gd name="connsiteX2" fmla="*/ 526616 w 1206752"/>
                <a:gd name="connsiteY2" fmla="*/ 1054277 h 1779038"/>
                <a:gd name="connsiteX3" fmla="*/ 1083331 w 1206752"/>
                <a:gd name="connsiteY3" fmla="*/ 1242 h 1779038"/>
                <a:gd name="connsiteX4" fmla="*/ 1159694 w 1206752"/>
                <a:gd name="connsiteY4" fmla="*/ 21907 h 1779038"/>
                <a:gd name="connsiteX5" fmla="*/ 1206426 w 1206752"/>
                <a:gd name="connsiteY5" fmla="*/ 62249 h 1779038"/>
                <a:gd name="connsiteX6" fmla="*/ 879801 w 1206752"/>
                <a:gd name="connsiteY6" fmla="*/ 1141478 h 1779038"/>
                <a:gd name="connsiteX7" fmla="*/ 987737 w 1206752"/>
                <a:gd name="connsiteY7" fmla="*/ 1174115 h 1779038"/>
                <a:gd name="connsiteX8" fmla="*/ 1010977 w 1206752"/>
                <a:gd name="connsiteY8" fmla="*/ 1226987 h 1779038"/>
                <a:gd name="connsiteX9" fmla="*/ 978340 w 1206752"/>
                <a:gd name="connsiteY9" fmla="*/ 1334922 h 1779038"/>
                <a:gd name="connsiteX10" fmla="*/ 954911 w 1206752"/>
                <a:gd name="connsiteY10" fmla="*/ 1347451 h 1779038"/>
                <a:gd name="connsiteX11" fmla="*/ 930919 w 1206752"/>
                <a:gd name="connsiteY11" fmla="*/ 1340184 h 1779038"/>
                <a:gd name="connsiteX12" fmla="*/ 828997 w 1206752"/>
                <a:gd name="connsiteY12" fmla="*/ 1309363 h 1779038"/>
                <a:gd name="connsiteX13" fmla="*/ 767293 w 1206752"/>
                <a:gd name="connsiteY13" fmla="*/ 1513207 h 1779038"/>
                <a:gd name="connsiteX14" fmla="*/ 766604 w 1206752"/>
                <a:gd name="connsiteY14" fmla="*/ 1558811 h 1779038"/>
                <a:gd name="connsiteX15" fmla="*/ 789845 w 1206752"/>
                <a:gd name="connsiteY15" fmla="*/ 1611683 h 1779038"/>
                <a:gd name="connsiteX16" fmla="*/ 805130 w 1206752"/>
                <a:gd name="connsiteY16" fmla="*/ 1734152 h 1779038"/>
                <a:gd name="connsiteX17" fmla="*/ 772618 w 1206752"/>
                <a:gd name="connsiteY17" fmla="*/ 1776687 h 1779038"/>
                <a:gd name="connsiteX18" fmla="*/ 280989 w 1206752"/>
                <a:gd name="connsiteY18" fmla="*/ 1627908 h 1779038"/>
                <a:gd name="connsiteX19" fmla="*/ 268523 w 1206752"/>
                <a:gd name="connsiteY19" fmla="*/ 1538891 h 1779038"/>
                <a:gd name="connsiteX20" fmla="*/ 347892 w 1206752"/>
                <a:gd name="connsiteY20" fmla="*/ 1471298 h 1779038"/>
                <a:gd name="connsiteX21" fmla="*/ 378587 w 1206752"/>
                <a:gd name="connsiteY21" fmla="*/ 1434776 h 1779038"/>
                <a:gd name="connsiteX22" fmla="*/ 451192 w 1206752"/>
                <a:gd name="connsiteY22" fmla="*/ 1194976 h 1779038"/>
                <a:gd name="connsiteX23" fmla="*/ 31478 w 1206752"/>
                <a:gd name="connsiteY23" fmla="*/ 1067934 h 1779038"/>
                <a:gd name="connsiteX24" fmla="*/ 4604 w 1206752"/>
                <a:gd name="connsiteY24" fmla="*/ 1027090 h 1779038"/>
                <a:gd name="connsiteX25" fmla="*/ 59042 w 1206752"/>
                <a:gd name="connsiteY25" fmla="*/ 847240 h 1779038"/>
                <a:gd name="connsiteX26" fmla="*/ 618263 w 1206752"/>
                <a:gd name="connsiteY26" fmla="*/ 362000 h 1779038"/>
                <a:gd name="connsiteX27" fmla="*/ 1010914 w 1206752"/>
                <a:gd name="connsiteY27" fmla="*/ 16143 h 1779038"/>
                <a:gd name="connsiteX28" fmla="*/ 1083331 w 1206752"/>
                <a:gd name="connsiteY28" fmla="*/ 1242 h 17790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1206752" h="1779038">
                  <a:moveTo>
                    <a:pt x="684478" y="532642"/>
                  </a:moveTo>
                  <a:lnTo>
                    <a:pt x="202809" y="956302"/>
                  </a:lnTo>
                  <a:lnTo>
                    <a:pt x="526616" y="1054277"/>
                  </a:lnTo>
                  <a:close/>
                  <a:moveTo>
                    <a:pt x="1083331" y="1242"/>
                  </a:moveTo>
                  <a:cubicBezTo>
                    <a:pt x="1107699" y="4523"/>
                    <a:pt x="1132726" y="13732"/>
                    <a:pt x="1159694" y="21907"/>
                  </a:cubicBezTo>
                  <a:cubicBezTo>
                    <a:pt x="1213692" y="38257"/>
                    <a:pt x="1206426" y="62249"/>
                    <a:pt x="1206426" y="62249"/>
                  </a:cubicBezTo>
                  <a:lnTo>
                    <a:pt x="879801" y="1141478"/>
                  </a:lnTo>
                  <a:cubicBezTo>
                    <a:pt x="879801" y="1141478"/>
                    <a:pt x="951778" y="1163218"/>
                    <a:pt x="987737" y="1174115"/>
                  </a:cubicBezTo>
                  <a:cubicBezTo>
                    <a:pt x="1023694" y="1185015"/>
                    <a:pt x="1010977" y="1226987"/>
                    <a:pt x="1010977" y="1226987"/>
                  </a:cubicBezTo>
                  <a:cubicBezTo>
                    <a:pt x="1010977" y="1226987"/>
                    <a:pt x="985607" y="1310930"/>
                    <a:pt x="978340" y="1334922"/>
                  </a:cubicBezTo>
                  <a:cubicBezTo>
                    <a:pt x="966876" y="1351084"/>
                    <a:pt x="954911" y="1347451"/>
                    <a:pt x="954911" y="1347451"/>
                  </a:cubicBezTo>
                  <a:lnTo>
                    <a:pt x="930919" y="1340184"/>
                  </a:lnTo>
                  <a:lnTo>
                    <a:pt x="828997" y="1309363"/>
                  </a:lnTo>
                  <a:lnTo>
                    <a:pt x="767293" y="1513207"/>
                  </a:lnTo>
                  <a:cubicBezTo>
                    <a:pt x="767293" y="1513207"/>
                    <a:pt x="764223" y="1545030"/>
                    <a:pt x="766604" y="1558811"/>
                  </a:cubicBezTo>
                  <a:cubicBezTo>
                    <a:pt x="769485" y="1592451"/>
                    <a:pt x="789845" y="1611683"/>
                    <a:pt x="789845" y="1611683"/>
                  </a:cubicBezTo>
                  <a:cubicBezTo>
                    <a:pt x="834134" y="1638244"/>
                    <a:pt x="823296" y="1674201"/>
                    <a:pt x="805130" y="1734152"/>
                  </a:cubicBezTo>
                  <a:cubicBezTo>
                    <a:pt x="786963" y="1794102"/>
                    <a:pt x="772618" y="1776687"/>
                    <a:pt x="772618" y="1776687"/>
                  </a:cubicBezTo>
                  <a:lnTo>
                    <a:pt x="280989" y="1627908"/>
                  </a:lnTo>
                  <a:cubicBezTo>
                    <a:pt x="233004" y="1613374"/>
                    <a:pt x="254115" y="1587064"/>
                    <a:pt x="268523" y="1538891"/>
                  </a:cubicBezTo>
                  <a:cubicBezTo>
                    <a:pt x="283056" y="1490968"/>
                    <a:pt x="318450" y="1482010"/>
                    <a:pt x="347892" y="1471298"/>
                  </a:cubicBezTo>
                  <a:cubicBezTo>
                    <a:pt x="377335" y="1460586"/>
                    <a:pt x="378587" y="1434776"/>
                    <a:pt x="378587" y="1434776"/>
                  </a:cubicBezTo>
                  <a:lnTo>
                    <a:pt x="451192" y="1194976"/>
                  </a:lnTo>
                  <a:cubicBezTo>
                    <a:pt x="451192" y="1194976"/>
                    <a:pt x="79463" y="1082467"/>
                    <a:pt x="31478" y="1067934"/>
                  </a:cubicBezTo>
                  <a:cubicBezTo>
                    <a:pt x="-16445" y="1053463"/>
                    <a:pt x="4604" y="1027090"/>
                    <a:pt x="4604" y="1027090"/>
                  </a:cubicBezTo>
                  <a:lnTo>
                    <a:pt x="59042" y="847240"/>
                  </a:lnTo>
                  <a:lnTo>
                    <a:pt x="618263" y="362000"/>
                  </a:lnTo>
                  <a:cubicBezTo>
                    <a:pt x="618263" y="362000"/>
                    <a:pt x="964620" y="61059"/>
                    <a:pt x="1010914" y="16143"/>
                  </a:cubicBezTo>
                  <a:cubicBezTo>
                    <a:pt x="1035251" y="608"/>
                    <a:pt x="1058962" y="-2039"/>
                    <a:pt x="1083331" y="1242"/>
                  </a:cubicBezTo>
                  <a:close/>
                </a:path>
              </a:pathLst>
            </a:custGeom>
            <a:solidFill>
              <a:schemeClr val="lt1">
                <a:lumMod val="85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defTabSz="914400"/>
              <a:endParaRPr lang="zh-CN" altLang="en-US">
                <a:solidFill>
                  <a:schemeClr val="lt1"/>
                </a:solidFill>
              </a:endParaRPr>
            </a:p>
          </p:txBody>
        </p:sp>
        <p:sp>
          <p:nvSpPr>
            <p:cNvPr id="52" name="任意多边形: 形状 51"/>
            <p:cNvSpPr/>
            <p:nvPr>
              <p:custDataLst>
                <p:tags r:id="rId16"/>
              </p:custDataLst>
            </p:nvPr>
          </p:nvSpPr>
          <p:spPr>
            <a:xfrm>
              <a:off x="7709950" y="1161573"/>
              <a:ext cx="1022488" cy="1792947"/>
            </a:xfrm>
            <a:custGeom>
              <a:avLst/>
              <a:gdLst>
                <a:gd name="connsiteX0" fmla="*/ 508808 w 1022488"/>
                <a:gd name="connsiteY0" fmla="*/ 626749 h 1792947"/>
                <a:gd name="connsiteX1" fmla="*/ 170531 w 1022488"/>
                <a:gd name="connsiteY1" fmla="*/ 1171751 h 1792947"/>
                <a:gd name="connsiteX2" fmla="*/ 508808 w 1022488"/>
                <a:gd name="connsiteY2" fmla="*/ 1171751 h 1792947"/>
                <a:gd name="connsiteX3" fmla="*/ 815763 w 1022488"/>
                <a:gd name="connsiteY3" fmla="*/ 310 h 1792947"/>
                <a:gd name="connsiteX4" fmla="*/ 872142 w 1022488"/>
                <a:gd name="connsiteY4" fmla="*/ 25368 h 1792947"/>
                <a:gd name="connsiteX5" fmla="*/ 872142 w 1022488"/>
                <a:gd name="connsiteY5" fmla="*/ 1152958 h 1792947"/>
                <a:gd name="connsiteX6" fmla="*/ 984901 w 1022488"/>
                <a:gd name="connsiteY6" fmla="*/ 1152958 h 1792947"/>
                <a:gd name="connsiteX7" fmla="*/ 1022488 w 1022488"/>
                <a:gd name="connsiteY7" fmla="*/ 1196808 h 1792947"/>
                <a:gd name="connsiteX8" fmla="*/ 1022488 w 1022488"/>
                <a:gd name="connsiteY8" fmla="*/ 1309567 h 1792947"/>
                <a:gd name="connsiteX9" fmla="*/ 1003694 w 1022488"/>
                <a:gd name="connsiteY9" fmla="*/ 1328360 h 1792947"/>
                <a:gd name="connsiteX10" fmla="*/ 978637 w 1022488"/>
                <a:gd name="connsiteY10" fmla="*/ 1328360 h 1792947"/>
                <a:gd name="connsiteX11" fmla="*/ 872142 w 1022488"/>
                <a:gd name="connsiteY11" fmla="*/ 1328360 h 1792947"/>
                <a:gd name="connsiteX12" fmla="*/ 872142 w 1022488"/>
                <a:gd name="connsiteY12" fmla="*/ 1541349 h 1792947"/>
                <a:gd name="connsiteX13" fmla="*/ 884671 w 1022488"/>
                <a:gd name="connsiteY13" fmla="*/ 1585200 h 1792947"/>
                <a:gd name="connsiteX14" fmla="*/ 922257 w 1022488"/>
                <a:gd name="connsiteY14" fmla="*/ 1629051 h 1792947"/>
                <a:gd name="connsiteX15" fmla="*/ 972372 w 1022488"/>
                <a:gd name="connsiteY15" fmla="*/ 1741810 h 1792947"/>
                <a:gd name="connsiteX16" fmla="*/ 953579 w 1022488"/>
                <a:gd name="connsiteY16" fmla="*/ 1791925 h 1792947"/>
                <a:gd name="connsiteX17" fmla="*/ 439900 w 1022488"/>
                <a:gd name="connsiteY17" fmla="*/ 1791925 h 1792947"/>
                <a:gd name="connsiteX18" fmla="*/ 402314 w 1022488"/>
                <a:gd name="connsiteY18" fmla="*/ 1710488 h 1792947"/>
                <a:gd name="connsiteX19" fmla="*/ 458693 w 1022488"/>
                <a:gd name="connsiteY19" fmla="*/ 1622787 h 1792947"/>
                <a:gd name="connsiteX20" fmla="*/ 477486 w 1022488"/>
                <a:gd name="connsiteY20" fmla="*/ 1578936 h 1792947"/>
                <a:gd name="connsiteX21" fmla="*/ 477486 w 1022488"/>
                <a:gd name="connsiteY21" fmla="*/ 1328360 h 1792947"/>
                <a:gd name="connsiteX22" fmla="*/ 38979 w 1022488"/>
                <a:gd name="connsiteY22" fmla="*/ 1328360 h 1792947"/>
                <a:gd name="connsiteX23" fmla="*/ 1393 w 1022488"/>
                <a:gd name="connsiteY23" fmla="*/ 1297038 h 1792947"/>
                <a:gd name="connsiteX24" fmla="*/ 1393 w 1022488"/>
                <a:gd name="connsiteY24" fmla="*/ 1109107 h 1792947"/>
                <a:gd name="connsiteX25" fmla="*/ 396049 w 1022488"/>
                <a:gd name="connsiteY25" fmla="*/ 482668 h 1792947"/>
                <a:gd name="connsiteX26" fmla="*/ 671682 w 1022488"/>
                <a:gd name="connsiteY26" fmla="*/ 37897 h 1792947"/>
                <a:gd name="connsiteX27" fmla="*/ 815763 w 1022488"/>
                <a:gd name="connsiteY27" fmla="*/ 310 h 179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1022488" h="1792947">
                  <a:moveTo>
                    <a:pt x="508808" y="626749"/>
                  </a:moveTo>
                  <a:lnTo>
                    <a:pt x="170531" y="1171751"/>
                  </a:lnTo>
                  <a:lnTo>
                    <a:pt x="508808" y="1171751"/>
                  </a:lnTo>
                  <a:close/>
                  <a:moveTo>
                    <a:pt x="815763" y="310"/>
                  </a:moveTo>
                  <a:cubicBezTo>
                    <a:pt x="872142" y="310"/>
                    <a:pt x="872142" y="25368"/>
                    <a:pt x="872142" y="25368"/>
                  </a:cubicBezTo>
                  <a:lnTo>
                    <a:pt x="872142" y="1152958"/>
                  </a:lnTo>
                  <a:cubicBezTo>
                    <a:pt x="872142" y="1152958"/>
                    <a:pt x="947315" y="1152958"/>
                    <a:pt x="984901" y="1152958"/>
                  </a:cubicBezTo>
                  <a:cubicBezTo>
                    <a:pt x="1022488" y="1152958"/>
                    <a:pt x="1022488" y="1196808"/>
                    <a:pt x="1022488" y="1196808"/>
                  </a:cubicBezTo>
                  <a:cubicBezTo>
                    <a:pt x="1022488" y="1196808"/>
                    <a:pt x="1022488" y="1284510"/>
                    <a:pt x="1022488" y="1309567"/>
                  </a:cubicBezTo>
                  <a:cubicBezTo>
                    <a:pt x="1016223" y="1328360"/>
                    <a:pt x="1003694" y="1328360"/>
                    <a:pt x="1003694" y="1328360"/>
                  </a:cubicBezTo>
                  <a:lnTo>
                    <a:pt x="978637" y="1328360"/>
                  </a:lnTo>
                  <a:lnTo>
                    <a:pt x="872142" y="1328360"/>
                  </a:lnTo>
                  <a:lnTo>
                    <a:pt x="872142" y="1541349"/>
                  </a:lnTo>
                  <a:cubicBezTo>
                    <a:pt x="872142" y="1541349"/>
                    <a:pt x="878407" y="1572671"/>
                    <a:pt x="884671" y="1585200"/>
                  </a:cubicBezTo>
                  <a:cubicBezTo>
                    <a:pt x="897200" y="1616522"/>
                    <a:pt x="922257" y="1629051"/>
                    <a:pt x="922257" y="1629051"/>
                  </a:cubicBezTo>
                  <a:cubicBezTo>
                    <a:pt x="972372" y="1641580"/>
                    <a:pt x="972372" y="1679166"/>
                    <a:pt x="972372" y="1741810"/>
                  </a:cubicBezTo>
                  <a:cubicBezTo>
                    <a:pt x="972372" y="1804454"/>
                    <a:pt x="953579" y="1791925"/>
                    <a:pt x="953579" y="1791925"/>
                  </a:cubicBezTo>
                  <a:lnTo>
                    <a:pt x="439900" y="1791925"/>
                  </a:lnTo>
                  <a:cubicBezTo>
                    <a:pt x="389785" y="1791925"/>
                    <a:pt x="402314" y="1760603"/>
                    <a:pt x="402314" y="1710488"/>
                  </a:cubicBezTo>
                  <a:cubicBezTo>
                    <a:pt x="402314" y="1660373"/>
                    <a:pt x="433636" y="1641580"/>
                    <a:pt x="458693" y="1622787"/>
                  </a:cubicBezTo>
                  <a:cubicBezTo>
                    <a:pt x="483751" y="1603993"/>
                    <a:pt x="477486" y="1578936"/>
                    <a:pt x="477486" y="1578936"/>
                  </a:cubicBezTo>
                  <a:lnTo>
                    <a:pt x="477486" y="1328360"/>
                  </a:lnTo>
                  <a:cubicBezTo>
                    <a:pt x="477486" y="1328360"/>
                    <a:pt x="89094" y="1328360"/>
                    <a:pt x="38979" y="1328360"/>
                  </a:cubicBezTo>
                  <a:cubicBezTo>
                    <a:pt x="-11136" y="1328360"/>
                    <a:pt x="1393" y="1297038"/>
                    <a:pt x="1393" y="1297038"/>
                  </a:cubicBezTo>
                  <a:lnTo>
                    <a:pt x="1393" y="1109107"/>
                  </a:lnTo>
                  <a:lnTo>
                    <a:pt x="396049" y="482668"/>
                  </a:lnTo>
                  <a:cubicBezTo>
                    <a:pt x="396049" y="482668"/>
                    <a:pt x="640360" y="94276"/>
                    <a:pt x="671682" y="37897"/>
                  </a:cubicBezTo>
                  <a:cubicBezTo>
                    <a:pt x="709268" y="-5954"/>
                    <a:pt x="759383" y="310"/>
                    <a:pt x="815763" y="310"/>
                  </a:cubicBezTo>
                  <a:close/>
                </a:path>
              </a:pathLst>
            </a:cu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defTabSz="914400"/>
              <a:endParaRPr lang="zh-CN" altLang="en-US">
                <a:solidFill>
                  <a:schemeClr val="lt1"/>
                </a:solidFill>
              </a:endParaRPr>
            </a:p>
          </p:txBody>
        </p:sp>
      </p:grpSp>
      <p:sp>
        <p:nvSpPr>
          <p:cNvPr id="17" name="文本框 16"/>
          <p:cNvSpPr txBox="1"/>
          <p:nvPr>
            <p:custDataLst>
              <p:tags r:id="rId17"/>
            </p:custDataLst>
          </p:nvPr>
        </p:nvSpPr>
        <p:spPr>
          <a:xfrm>
            <a:off x="1193800" y="1600200"/>
            <a:ext cx="7264400" cy="2773680"/>
          </a:xfrm>
          <a:prstGeom prst="rect">
            <a:avLst/>
          </a:prstGeom>
          <a:noFill/>
        </p:spPr>
        <p:txBody>
          <a:bodyPr wrap="square" lIns="101600" tIns="0" rIns="82550" bIns="0" rtlCol="0" anchor="t" anchorCtr="0">
            <a:spAutoFit/>
          </a:bodyPr>
          <a:lstStyle>
            <a:defPPr>
              <a:defRPr lang="zh-CN"/>
            </a:defPPr>
            <a:lvl1pPr fontAlgn="auto">
              <a:lnSpc>
                <a:spcPct val="130000"/>
              </a:lnSpc>
              <a:spcAft>
                <a:spcPts val="1000"/>
              </a:spcAft>
              <a:defRPr sz="1600" spc="150"/>
            </a:lvl1pPr>
          </a:lstStyle>
          <a:p>
            <a:pPr marL="0" lvl="0" indent="0" algn="l" defTabSz="914400" fontAlgn="ctr">
              <a:lnSpc>
                <a:spcPct val="130000"/>
              </a:lnSpc>
              <a:spcBef>
                <a:spcPts val="2535"/>
              </a:spcBef>
              <a:spcAft>
                <a:spcPts val="0"/>
              </a:spcAft>
              <a:buSzPct val="100000"/>
              <a:buNone/>
            </a:pPr>
            <a:r>
              <a:rPr lang="zh-CN" altLang="en-US" sz="1800" spc="30" dirty="0">
                <a:ln w="3175">
                  <a:noFill/>
                  <a:prstDash val="dash"/>
                </a:ln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将「批量发品、批量优化、图片处理、数据下载、运营分析」整合在同一套系统中</a:t>
            </a:r>
            <a:endParaRPr lang="zh-CN" altLang="en-US" sz="1800" spc="30" dirty="0">
              <a:ln w="3175">
                <a:noFill/>
                <a:prstDash val="dash"/>
              </a:ln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0" lvl="0" indent="0" algn="l" defTabSz="914400" fontAlgn="ctr">
              <a:lnSpc>
                <a:spcPct val="130000"/>
              </a:lnSpc>
              <a:spcBef>
                <a:spcPts val="2535"/>
              </a:spcBef>
              <a:spcAft>
                <a:spcPts val="0"/>
              </a:spcAft>
              <a:buSzPct val="100000"/>
              <a:buNone/>
            </a:pPr>
            <a:r>
              <a:rPr lang="zh-CN" altLang="en-US" sz="1800" spc="30" dirty="0">
                <a:ln w="3175">
                  <a:noFill/>
                  <a:prstDash val="dash"/>
                </a:ln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您通过电脑本地运行，在可视化界面完成配置与任务管理</a:t>
            </a:r>
            <a:endParaRPr lang="zh-CN" altLang="en-US" sz="1800" spc="30" dirty="0">
              <a:ln w="3175">
                <a:noFill/>
                <a:prstDash val="dash"/>
              </a:ln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0" lvl="0" indent="0" algn="l" defTabSz="914400" fontAlgn="ctr">
              <a:lnSpc>
                <a:spcPct val="130000"/>
              </a:lnSpc>
              <a:spcBef>
                <a:spcPts val="2535"/>
              </a:spcBef>
              <a:spcAft>
                <a:spcPts val="0"/>
              </a:spcAft>
              <a:buSzPct val="100000"/>
              <a:buNone/>
            </a:pPr>
            <a:r>
              <a:rPr lang="zh-CN" altLang="en-US" sz="1800" spc="30" dirty="0">
                <a:ln w="3175">
                  <a:noFill/>
                  <a:prstDash val="dash"/>
                </a:ln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减少重复登录后台、手工填表、手工导数据的时间</a:t>
            </a:r>
            <a:endParaRPr lang="zh-CN" altLang="en-US" sz="1800" spc="30" dirty="0">
              <a:ln w="3175">
                <a:noFill/>
                <a:prstDash val="dash"/>
              </a:ln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0" lvl="0" indent="0" algn="l" defTabSz="914400" fontAlgn="ctr">
              <a:lnSpc>
                <a:spcPct val="130000"/>
              </a:lnSpc>
              <a:spcBef>
                <a:spcPts val="2535"/>
              </a:spcBef>
              <a:spcAft>
                <a:spcPts val="0"/>
              </a:spcAft>
              <a:buSzPct val="100000"/>
              <a:buNone/>
            </a:pPr>
            <a:r>
              <a:rPr lang="zh-CN" altLang="en-US" sz="1800" spc="30" dirty="0">
                <a:ln w="3175">
                  <a:noFill/>
                  <a:prstDash val="dash"/>
                </a:ln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让团队把精力集中在选品、回复询盘和成交上</a:t>
            </a:r>
            <a:endParaRPr lang="zh-CN" altLang="en-US" sz="1800" spc="30" dirty="0">
              <a:ln w="3175">
                <a:noFill/>
                <a:prstDash val="dash"/>
              </a:ln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5" name="Rectangle 4"/>
          <p:cNvSpPr/>
          <p:nvPr>
            <p:custDataLst>
              <p:tags r:id="rId18"/>
            </p:custDataLst>
          </p:nvPr>
        </p:nvSpPr>
        <p:spPr>
          <a:xfrm>
            <a:off x="594360" y="5440680"/>
            <a:ext cx="7955279" cy="65836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rtlCol="0" anchor="ctr"/>
          <a:lstStyle/>
          <a:p>
            <a:pPr defTabSz="457200">
              <a:defRPr sz="1400" i="1">
                <a:solidFill>
                  <a:srgbClr val="0F4C81"/>
                </a:solidFill>
              </a:defRPr>
            </a:pPr>
            <a:r>
              <a:rPr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一句话：帮您把国际站日常运营，做成标准、可复制的流程。</a:t>
            </a:r>
            <a:endParaRPr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custDataLst>
      <p:tags r:id="rId19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8" name="组合 7"/>
          <p:cNvGrpSpPr/>
          <p:nvPr userDrawn="1">
            <p:custDataLst>
              <p:tags r:id="rId1"/>
            </p:custDataLst>
          </p:nvPr>
        </p:nvGrpSpPr>
        <p:grpSpPr>
          <a:xfrm>
            <a:off x="3001198" y="6045200"/>
            <a:ext cx="6142802" cy="812800"/>
            <a:chOff x="4001597" y="5613400"/>
            <a:chExt cx="8190403" cy="1244600"/>
          </a:xfrm>
        </p:grpSpPr>
        <p:sp>
          <p:nvSpPr>
            <p:cNvPr id="9" name="任意多边形: 形状 8"/>
            <p:cNvSpPr/>
            <p:nvPr>
              <p:custDataLst>
                <p:tags r:id="rId2"/>
              </p:custDataLst>
            </p:nvPr>
          </p:nvSpPr>
          <p:spPr>
            <a:xfrm>
              <a:off x="4001597" y="5613400"/>
              <a:ext cx="8190402" cy="1244600"/>
            </a:xfrm>
            <a:custGeom>
              <a:avLst/>
              <a:gdLst>
                <a:gd name="connsiteX0" fmla="*/ 8190402 w 8190402"/>
                <a:gd name="connsiteY0" fmla="*/ 0 h 1244600"/>
                <a:gd name="connsiteX1" fmla="*/ 8190402 w 8190402"/>
                <a:gd name="connsiteY1" fmla="*/ 1155849 h 1244600"/>
                <a:gd name="connsiteX2" fmla="*/ 4203232 w 8190402"/>
                <a:gd name="connsiteY2" fmla="*/ 1244600 h 1244600"/>
                <a:gd name="connsiteX3" fmla="*/ 0 w 8190402"/>
                <a:gd name="connsiteY3" fmla="*/ 1244600 h 1244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190402" h="1244600">
                  <a:moveTo>
                    <a:pt x="8190402" y="0"/>
                  </a:moveTo>
                  <a:lnTo>
                    <a:pt x="8190402" y="1155849"/>
                  </a:lnTo>
                  <a:lnTo>
                    <a:pt x="4203232" y="1244600"/>
                  </a:lnTo>
                  <a:lnTo>
                    <a:pt x="0" y="1244600"/>
                  </a:ln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 defTabSz="914400"/>
              <a:endParaRPr lang="zh-CN" altLang="en-US" sz="135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0" name="等腰三角形 9"/>
            <p:cNvSpPr/>
            <p:nvPr>
              <p:custDataLst>
                <p:tags r:id="rId3"/>
              </p:custDataLst>
            </p:nvPr>
          </p:nvSpPr>
          <p:spPr>
            <a:xfrm>
              <a:off x="5816600" y="5949254"/>
              <a:ext cx="6375400" cy="908746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 defTabSz="914400"/>
              <a:endParaRPr lang="zh-CN" altLang="en-US" sz="135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2" name="Rectangle 1"/>
          <p:cNvSpPr/>
          <p:nvPr>
            <p:custDataLst>
              <p:tags r:id="rId4"/>
            </p:custDataLst>
          </p:nvPr>
        </p:nvSpPr>
        <p:spPr>
          <a:xfrm>
            <a:off x="0" y="0"/>
            <a:ext cx="9144000" cy="914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457200">
              <a:defRPr sz="2600" b="1">
                <a:solidFill>
                  <a:srgbClr val="FFFFFF"/>
                </a:solidFill>
              </a:defRPr>
            </a:pPr>
            <a:r>
              <a:rPr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您是否遇到过这些困扰？</a:t>
            </a:r>
            <a:endParaRPr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Rectangle 2"/>
          <p:cNvSpPr/>
          <p:nvPr>
            <p:custDataLst>
              <p:tags r:id="rId5"/>
            </p:custDataLst>
          </p:nvPr>
        </p:nvSpPr>
        <p:spPr>
          <a:xfrm>
            <a:off x="594360" y="1600200"/>
            <a:ext cx="7955279" cy="10515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rtlCol="0" anchor="ctr"/>
          <a:lstStyle/>
          <a:p>
            <a:pPr algn="ctr" defTabSz="457200">
              <a:defRPr sz="1800" b="1">
                <a:solidFill>
                  <a:srgbClr val="FF6A00"/>
                </a:solidFill>
              </a:defRPr>
            </a:pPr>
            <a:r>
              <a:rPr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上架慢</a:t>
            </a:r>
            <a:endParaRPr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defTabSz="457200">
              <a:spcBef>
                <a:spcPts val="400"/>
              </a:spcBef>
              <a:defRPr sz="1400">
                <a:solidFill>
                  <a:srgbClr val="222A35"/>
                </a:solidFill>
              </a:defRPr>
            </a:pPr>
            <a:r>
              <a:rPr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每条链接都要传图、</a:t>
            </a:r>
            <a:r>
              <a:rPr lang="zh-CN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写标题、</a:t>
            </a:r>
            <a:r>
              <a:rPr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填属性、对价格，占用大量人力</a:t>
            </a:r>
            <a:endParaRPr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Rectangle 3"/>
          <p:cNvSpPr/>
          <p:nvPr>
            <p:custDataLst>
              <p:tags r:id="rId6"/>
            </p:custDataLst>
          </p:nvPr>
        </p:nvSpPr>
        <p:spPr>
          <a:xfrm>
            <a:off x="594360" y="2770632"/>
            <a:ext cx="7955279" cy="10515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rtlCol="0" anchor="ctr"/>
          <a:lstStyle/>
          <a:p>
            <a:pPr algn="ctr" defTabSz="457200">
              <a:defRPr sz="1800" b="1">
                <a:solidFill>
                  <a:srgbClr val="FF6A00"/>
                </a:solidFill>
              </a:defRPr>
            </a:pPr>
            <a:r>
              <a:rPr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跟踪难</a:t>
            </a:r>
            <a:endParaRPr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defTabSz="457200">
              <a:spcBef>
                <a:spcPts val="400"/>
              </a:spcBef>
              <a:defRPr sz="1400">
                <a:solidFill>
                  <a:srgbClr val="222A35"/>
                </a:solidFill>
              </a:defRPr>
            </a:pPr>
            <a:r>
              <a:rPr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新发产品多了，很难持续盯住每一条的表现</a:t>
            </a:r>
            <a:endParaRPr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Rectangle 4"/>
          <p:cNvSpPr/>
          <p:nvPr>
            <p:custDataLst>
              <p:tags r:id="rId7"/>
            </p:custDataLst>
          </p:nvPr>
        </p:nvSpPr>
        <p:spPr>
          <a:xfrm>
            <a:off x="594360" y="3941064"/>
            <a:ext cx="7955279" cy="10515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rtlCol="0" anchor="ctr"/>
          <a:lstStyle/>
          <a:p>
            <a:pPr algn="ctr" defTabSz="457200">
              <a:defRPr sz="1800" b="1">
                <a:solidFill>
                  <a:srgbClr val="FF6A00"/>
                </a:solidFill>
              </a:defRPr>
            </a:pPr>
            <a:r>
              <a:rPr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数据散</a:t>
            </a:r>
            <a:endParaRPr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defTabSz="457200">
              <a:spcBef>
                <a:spcPts val="400"/>
              </a:spcBef>
              <a:defRPr sz="1400">
                <a:solidFill>
                  <a:srgbClr val="222A35"/>
                </a:solidFill>
              </a:defRPr>
            </a:pPr>
            <a:r>
              <a:rPr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参谋、关键词等数据分散在多个表格，整理费时</a:t>
            </a:r>
            <a:endParaRPr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Rectangle 5"/>
          <p:cNvSpPr/>
          <p:nvPr>
            <p:custDataLst>
              <p:tags r:id="rId8"/>
            </p:custDataLst>
          </p:nvPr>
        </p:nvSpPr>
        <p:spPr>
          <a:xfrm>
            <a:off x="594360" y="5111496"/>
            <a:ext cx="7955279" cy="10515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rtlCol="0" anchor="ctr"/>
          <a:lstStyle/>
          <a:p>
            <a:pPr algn="ctr" defTabSz="457200">
              <a:defRPr sz="1800" b="1">
                <a:solidFill>
                  <a:srgbClr val="FF6A00"/>
                </a:solidFill>
              </a:defRPr>
            </a:pPr>
            <a:r>
              <a:rPr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决策慢</a:t>
            </a:r>
            <a:endParaRPr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defTabSz="457200">
              <a:spcBef>
                <a:spcPts val="400"/>
              </a:spcBef>
              <a:defRPr sz="1400">
                <a:solidFill>
                  <a:srgbClr val="222A35"/>
                </a:solidFill>
              </a:defRPr>
            </a:pPr>
            <a:r>
              <a:rPr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不清楚哪些该加推、哪些该优化，容易凭感觉操作</a:t>
            </a:r>
            <a:endParaRPr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custDataLst>
      <p:tags r:id="rId9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8" name="组合 7"/>
          <p:cNvGrpSpPr/>
          <p:nvPr userDrawn="1">
            <p:custDataLst>
              <p:tags r:id="rId1"/>
            </p:custDataLst>
          </p:nvPr>
        </p:nvGrpSpPr>
        <p:grpSpPr>
          <a:xfrm>
            <a:off x="3001198" y="6045200"/>
            <a:ext cx="6142802" cy="812800"/>
            <a:chOff x="4001597" y="5613400"/>
            <a:chExt cx="8190403" cy="1244600"/>
          </a:xfrm>
        </p:grpSpPr>
        <p:sp>
          <p:nvSpPr>
            <p:cNvPr id="9" name="任意多边形: 形状 8"/>
            <p:cNvSpPr/>
            <p:nvPr>
              <p:custDataLst>
                <p:tags r:id="rId2"/>
              </p:custDataLst>
            </p:nvPr>
          </p:nvSpPr>
          <p:spPr>
            <a:xfrm>
              <a:off x="4001597" y="5613400"/>
              <a:ext cx="8190402" cy="1244600"/>
            </a:xfrm>
            <a:custGeom>
              <a:avLst/>
              <a:gdLst>
                <a:gd name="connsiteX0" fmla="*/ 8190402 w 8190402"/>
                <a:gd name="connsiteY0" fmla="*/ 0 h 1244600"/>
                <a:gd name="connsiteX1" fmla="*/ 8190402 w 8190402"/>
                <a:gd name="connsiteY1" fmla="*/ 1155849 h 1244600"/>
                <a:gd name="connsiteX2" fmla="*/ 4203232 w 8190402"/>
                <a:gd name="connsiteY2" fmla="*/ 1244600 h 1244600"/>
                <a:gd name="connsiteX3" fmla="*/ 0 w 8190402"/>
                <a:gd name="connsiteY3" fmla="*/ 1244600 h 1244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190402" h="1244600">
                  <a:moveTo>
                    <a:pt x="8190402" y="0"/>
                  </a:moveTo>
                  <a:lnTo>
                    <a:pt x="8190402" y="1155849"/>
                  </a:lnTo>
                  <a:lnTo>
                    <a:pt x="4203232" y="1244600"/>
                  </a:lnTo>
                  <a:lnTo>
                    <a:pt x="0" y="1244600"/>
                  </a:ln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 defTabSz="914400"/>
              <a:endParaRPr lang="zh-CN" altLang="en-US" sz="135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0" name="等腰三角形 9"/>
            <p:cNvSpPr/>
            <p:nvPr>
              <p:custDataLst>
                <p:tags r:id="rId3"/>
              </p:custDataLst>
            </p:nvPr>
          </p:nvSpPr>
          <p:spPr>
            <a:xfrm>
              <a:off x="5816600" y="5949254"/>
              <a:ext cx="6375400" cy="908746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 defTabSz="914400"/>
              <a:endParaRPr lang="zh-CN" altLang="en-US" sz="135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2" name="Rectangle 1"/>
          <p:cNvSpPr/>
          <p:nvPr>
            <p:custDataLst>
              <p:tags r:id="rId4"/>
            </p:custDataLst>
          </p:nvPr>
        </p:nvSpPr>
        <p:spPr>
          <a:xfrm>
            <a:off x="0" y="0"/>
            <a:ext cx="9144000" cy="914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457200">
              <a:defRPr sz="2600" b="1">
                <a:solidFill>
                  <a:srgbClr val="FFFFFF"/>
                </a:solidFill>
              </a:defRPr>
            </a:pPr>
            <a:r>
              <a:rPr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系统如何帮助您</a:t>
            </a:r>
            <a:endParaRPr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94360" y="987552"/>
            <a:ext cx="2164080" cy="2914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defTabSz="457200">
              <a:defRPr sz="1300">
                <a:solidFill>
                  <a:srgbClr val="6B7A8C"/>
                </a:solidFill>
              </a:defRPr>
            </a:pPr>
            <a:r>
              <a:rPr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四大能力，覆盖上新到决策</a:t>
            </a:r>
            <a:endParaRPr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Rectangle 3"/>
          <p:cNvSpPr/>
          <p:nvPr>
            <p:custDataLst>
              <p:tags r:id="rId5"/>
            </p:custDataLst>
          </p:nvPr>
        </p:nvSpPr>
        <p:spPr>
          <a:xfrm>
            <a:off x="502920" y="1600200"/>
            <a:ext cx="3977639" cy="1691640"/>
          </a:xfrm>
          <a:prstGeom prst="rect">
            <a:avLst/>
          </a:prstGeom>
          <a:solidFill>
            <a:schemeClr val="accent1"/>
          </a:solidFill>
          <a:ln>
            <a:solidFill>
              <a:srgbClr val="D8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28016" rtlCol="0" anchor="ctr"/>
          <a:lstStyle/>
          <a:p>
            <a:pPr algn="ctr" defTabSz="457200">
              <a:defRPr sz="1800" b="1">
                <a:solidFill>
                  <a:srgbClr val="0F4C81"/>
                </a:solidFill>
              </a:defRPr>
            </a:pPr>
            <a:r>
              <a:rPr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智能发品</a:t>
            </a:r>
            <a:endParaRPr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defTabSz="457200">
              <a:spcBef>
                <a:spcPts val="800"/>
              </a:spcBef>
              <a:defRPr sz="1200">
                <a:solidFill>
                  <a:srgbClr val="222A35"/>
                </a:solidFill>
              </a:defRPr>
            </a:pPr>
            <a:r>
              <a:rPr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批量/定时上架</a:t>
            </a:r>
            <a:r>
              <a:rPr lang="zh-CN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，优化</a:t>
            </a:r>
            <a:r>
              <a:rPr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，自动完成</a:t>
            </a:r>
            <a:r>
              <a:rPr lang="zh-CN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关键词，标题，</a:t>
            </a:r>
            <a:r>
              <a:rPr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图片、属性、价格与发布</a:t>
            </a:r>
            <a:endParaRPr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Rectangle 4"/>
          <p:cNvSpPr/>
          <p:nvPr>
            <p:custDataLst>
              <p:tags r:id="rId6"/>
            </p:custDataLst>
          </p:nvPr>
        </p:nvSpPr>
        <p:spPr>
          <a:xfrm>
            <a:off x="4709160" y="1600200"/>
            <a:ext cx="3977639" cy="1691640"/>
          </a:xfrm>
          <a:prstGeom prst="rect">
            <a:avLst/>
          </a:prstGeom>
          <a:solidFill>
            <a:schemeClr val="accent1"/>
          </a:solidFill>
          <a:ln>
            <a:solidFill>
              <a:srgbClr val="D8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28016" rtlCol="0" anchor="ctr"/>
          <a:lstStyle/>
          <a:p>
            <a:pPr algn="ctr" defTabSz="457200">
              <a:defRPr sz="1800" b="1">
                <a:solidFill>
                  <a:srgbClr val="0F4C81"/>
                </a:solidFill>
              </a:defRPr>
            </a:pPr>
            <a:r>
              <a:rPr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素材管理</a:t>
            </a:r>
            <a:endParaRPr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defTabSz="457200">
              <a:spcBef>
                <a:spcPts val="800"/>
              </a:spcBef>
              <a:defRPr sz="1200">
                <a:solidFill>
                  <a:srgbClr val="222A35"/>
                </a:solidFill>
              </a:defRPr>
            </a:pPr>
            <a:r>
              <a:rPr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图片规范整理，支持 AI 辅助生图与店铺素材采集</a:t>
            </a:r>
            <a:endParaRPr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Rectangle 5"/>
          <p:cNvSpPr/>
          <p:nvPr>
            <p:custDataLst>
              <p:tags r:id="rId7"/>
            </p:custDataLst>
          </p:nvPr>
        </p:nvSpPr>
        <p:spPr>
          <a:xfrm>
            <a:off x="502920" y="3474720"/>
            <a:ext cx="3977639" cy="1691640"/>
          </a:xfrm>
          <a:prstGeom prst="rect">
            <a:avLst/>
          </a:prstGeom>
          <a:solidFill>
            <a:schemeClr val="accent1"/>
          </a:solidFill>
          <a:ln>
            <a:solidFill>
              <a:srgbClr val="D8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28016" rtlCol="0" anchor="ctr"/>
          <a:lstStyle/>
          <a:p>
            <a:pPr algn="ctr" defTabSz="457200">
              <a:defRPr sz="1800" b="1">
                <a:solidFill>
                  <a:srgbClr val="0F4C81"/>
                </a:solidFill>
              </a:defRPr>
            </a:pPr>
            <a:r>
              <a:rPr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数据获取</a:t>
            </a:r>
            <a:endParaRPr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defTabSz="457200">
              <a:spcBef>
                <a:spcPts val="800"/>
              </a:spcBef>
              <a:defRPr sz="1200">
                <a:solidFill>
                  <a:srgbClr val="222A35"/>
                </a:solidFill>
              </a:defRPr>
            </a:pPr>
            <a:r>
              <a:rPr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自动采集参谋、关键词、店铺与流量等运营数据</a:t>
            </a:r>
            <a:endParaRPr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Rectangle 6"/>
          <p:cNvSpPr/>
          <p:nvPr>
            <p:custDataLst>
              <p:tags r:id="rId8"/>
            </p:custDataLst>
          </p:nvPr>
        </p:nvSpPr>
        <p:spPr>
          <a:xfrm>
            <a:off x="4709160" y="3474720"/>
            <a:ext cx="3977639" cy="1691640"/>
          </a:xfrm>
          <a:prstGeom prst="rect">
            <a:avLst/>
          </a:prstGeom>
          <a:solidFill>
            <a:schemeClr val="accent1"/>
          </a:solidFill>
          <a:ln>
            <a:solidFill>
              <a:srgbClr val="D8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28016" rtlCol="0" anchor="ctr"/>
          <a:lstStyle/>
          <a:p>
            <a:pPr algn="ctr" defTabSz="457200">
              <a:defRPr sz="1800" b="1">
                <a:solidFill>
                  <a:srgbClr val="0F4C81"/>
                </a:solidFill>
              </a:defRPr>
            </a:pPr>
            <a:r>
              <a:rPr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分析看板</a:t>
            </a:r>
            <a:endParaRPr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defTabSz="457200">
              <a:spcBef>
                <a:spcPts val="800"/>
              </a:spcBef>
              <a:defRPr sz="1200">
                <a:solidFill>
                  <a:srgbClr val="222A35"/>
                </a:solidFill>
              </a:defRPr>
            </a:pPr>
            <a:r>
              <a:rPr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综合分析、异动监测、P4P 与推荐关注一目了然</a:t>
            </a:r>
            <a:endParaRPr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  <p:custDataLst>
      <p:tags r:id="rId9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9" name="组合 8"/>
          <p:cNvGrpSpPr/>
          <p:nvPr userDrawn="1">
            <p:custDataLst>
              <p:tags r:id="rId1"/>
            </p:custDataLst>
          </p:nvPr>
        </p:nvGrpSpPr>
        <p:grpSpPr>
          <a:xfrm>
            <a:off x="3001198" y="6045200"/>
            <a:ext cx="6142802" cy="812800"/>
            <a:chOff x="4001597" y="5613400"/>
            <a:chExt cx="8190403" cy="1244600"/>
          </a:xfrm>
        </p:grpSpPr>
        <p:sp>
          <p:nvSpPr>
            <p:cNvPr id="10" name="任意多边形: 形状 8"/>
            <p:cNvSpPr/>
            <p:nvPr>
              <p:custDataLst>
                <p:tags r:id="rId2"/>
              </p:custDataLst>
            </p:nvPr>
          </p:nvSpPr>
          <p:spPr>
            <a:xfrm>
              <a:off x="4001597" y="5613400"/>
              <a:ext cx="8190402" cy="1244600"/>
            </a:xfrm>
            <a:custGeom>
              <a:avLst/>
              <a:gdLst>
                <a:gd name="connsiteX0" fmla="*/ 8190402 w 8190402"/>
                <a:gd name="connsiteY0" fmla="*/ 0 h 1244600"/>
                <a:gd name="connsiteX1" fmla="*/ 8190402 w 8190402"/>
                <a:gd name="connsiteY1" fmla="*/ 1155849 h 1244600"/>
                <a:gd name="connsiteX2" fmla="*/ 4203232 w 8190402"/>
                <a:gd name="connsiteY2" fmla="*/ 1244600 h 1244600"/>
                <a:gd name="connsiteX3" fmla="*/ 0 w 8190402"/>
                <a:gd name="connsiteY3" fmla="*/ 1244600 h 1244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190402" h="1244600">
                  <a:moveTo>
                    <a:pt x="8190402" y="0"/>
                  </a:moveTo>
                  <a:lnTo>
                    <a:pt x="8190402" y="1155849"/>
                  </a:lnTo>
                  <a:lnTo>
                    <a:pt x="4203232" y="1244600"/>
                  </a:lnTo>
                  <a:lnTo>
                    <a:pt x="0" y="1244600"/>
                  </a:ln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 defTabSz="914400"/>
              <a:endParaRPr lang="zh-CN" altLang="en-US" sz="135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1" name="等腰三角形 10"/>
            <p:cNvSpPr/>
            <p:nvPr>
              <p:custDataLst>
                <p:tags r:id="rId3"/>
              </p:custDataLst>
            </p:nvPr>
          </p:nvSpPr>
          <p:spPr>
            <a:xfrm>
              <a:off x="5816600" y="5949254"/>
              <a:ext cx="6375400" cy="908746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 defTabSz="914400"/>
              <a:endParaRPr lang="zh-CN" altLang="en-US" sz="135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2" name="Rectangle 1"/>
          <p:cNvSpPr/>
          <p:nvPr>
            <p:custDataLst>
              <p:tags r:id="rId4"/>
            </p:custDataLst>
          </p:nvPr>
        </p:nvSpPr>
        <p:spPr>
          <a:xfrm>
            <a:off x="0" y="0"/>
            <a:ext cx="9144000" cy="914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457200">
              <a:defRPr sz="2600" b="1">
                <a:solidFill>
                  <a:srgbClr val="FFFFFF"/>
                </a:solidFill>
              </a:defRPr>
            </a:pPr>
            <a:r>
              <a:rPr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您的使用流程</a:t>
            </a:r>
            <a:endParaRPr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94360" y="987552"/>
            <a:ext cx="2329180" cy="2914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defTabSz="457200">
              <a:defRPr sz="1300">
                <a:solidFill>
                  <a:srgbClr val="6B7A8C"/>
                </a:solidFill>
              </a:defRPr>
            </a:pPr>
            <a:r>
              <a:rPr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简单四步，无需复杂技术背景</a:t>
            </a:r>
            <a:endParaRPr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Rectangle 3"/>
          <p:cNvSpPr/>
          <p:nvPr>
            <p:custDataLst>
              <p:tags r:id="rId5"/>
            </p:custDataLst>
          </p:nvPr>
        </p:nvSpPr>
        <p:spPr>
          <a:xfrm>
            <a:off x="502920" y="1691640"/>
            <a:ext cx="1920240" cy="4114800"/>
          </a:xfrm>
          <a:prstGeom prst="rect">
            <a:avLst/>
          </a:prstGeom>
          <a:solidFill>
            <a:schemeClr val="accent1"/>
          </a:solidFill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274320" rtlCol="0" anchor="ctr"/>
          <a:lstStyle/>
          <a:p>
            <a:pPr algn="ctr" defTabSz="457200">
              <a:defRPr sz="1700" b="1">
                <a:solidFill>
                  <a:srgbClr val="0F4C81"/>
                </a:solidFill>
              </a:defRPr>
            </a:pPr>
            <a:r>
              <a:rPr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① 准备资料</a:t>
            </a:r>
            <a:endParaRPr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 defTabSz="457200">
              <a:spcBef>
                <a:spcPts val="1400"/>
              </a:spcBef>
              <a:defRPr sz="1200">
                <a:solidFill>
                  <a:srgbClr val="222A35"/>
                </a:solidFill>
              </a:defRPr>
            </a:pPr>
            <a:r>
              <a:rPr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按模板整理产品 Excel 与图片素材</a:t>
            </a:r>
            <a:endParaRPr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Rectangle 4"/>
          <p:cNvSpPr/>
          <p:nvPr>
            <p:custDataLst>
              <p:tags r:id="rId6"/>
            </p:custDataLst>
          </p:nvPr>
        </p:nvSpPr>
        <p:spPr>
          <a:xfrm>
            <a:off x="2651760" y="1691640"/>
            <a:ext cx="1920240" cy="4114800"/>
          </a:xfrm>
          <a:prstGeom prst="rect">
            <a:avLst/>
          </a:prstGeom>
          <a:solidFill>
            <a:schemeClr val="accent1"/>
          </a:solidFill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274320" rtlCol="0" anchor="ctr"/>
          <a:lstStyle/>
          <a:p>
            <a:pPr algn="ctr" defTabSz="457200">
              <a:defRPr sz="1700" b="1">
                <a:solidFill>
                  <a:srgbClr val="0F4C81"/>
                </a:solidFill>
              </a:defRPr>
            </a:pPr>
            <a:r>
              <a:rPr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② 配置规则</a:t>
            </a:r>
            <a:endParaRPr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 defTabSz="457200">
              <a:spcBef>
                <a:spcPts val="1400"/>
              </a:spcBef>
              <a:defRPr sz="1200">
                <a:solidFill>
                  <a:srgbClr val="222A35"/>
                </a:solidFill>
              </a:defRPr>
            </a:pPr>
            <a:r>
              <a:rPr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在界面中设置路径、属性与价格规则（可协助初始化）</a:t>
            </a:r>
            <a:endParaRPr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Rectangle 5"/>
          <p:cNvSpPr/>
          <p:nvPr>
            <p:custDataLst>
              <p:tags r:id="rId7"/>
            </p:custDataLst>
          </p:nvPr>
        </p:nvSpPr>
        <p:spPr>
          <a:xfrm>
            <a:off x="4800600" y="1691640"/>
            <a:ext cx="1920240" cy="4114800"/>
          </a:xfrm>
          <a:prstGeom prst="rect">
            <a:avLst/>
          </a:prstGeom>
          <a:solidFill>
            <a:schemeClr val="accent1"/>
          </a:solidFill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274320" rtlCol="0" anchor="ctr"/>
          <a:lstStyle/>
          <a:p>
            <a:pPr algn="ctr" defTabSz="457200">
              <a:defRPr sz="1700" b="1">
                <a:solidFill>
                  <a:srgbClr val="0F4C81"/>
                </a:solidFill>
              </a:defRPr>
            </a:pPr>
            <a:r>
              <a:rPr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③ 一键执行</a:t>
            </a:r>
            <a:endParaRPr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 defTabSz="457200">
              <a:spcBef>
                <a:spcPts val="1400"/>
              </a:spcBef>
              <a:defRPr sz="1200">
                <a:solidFill>
                  <a:srgbClr val="222A35"/>
                </a:solidFill>
              </a:defRPr>
            </a:pPr>
            <a:r>
              <a:rPr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启动发品或数据任务，进度实时可见</a:t>
            </a:r>
            <a:endParaRPr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Rectangle 6"/>
          <p:cNvSpPr/>
          <p:nvPr>
            <p:custDataLst>
              <p:tags r:id="rId8"/>
            </p:custDataLst>
          </p:nvPr>
        </p:nvSpPr>
        <p:spPr>
          <a:xfrm>
            <a:off x="6949440" y="1691640"/>
            <a:ext cx="1920240" cy="4114800"/>
          </a:xfrm>
          <a:prstGeom prst="rect">
            <a:avLst/>
          </a:prstGeom>
          <a:solidFill>
            <a:schemeClr val="accent1"/>
          </a:solidFill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274320" rtlCol="0" anchor="ctr"/>
          <a:lstStyle/>
          <a:p>
            <a:pPr algn="ctr" defTabSz="457200">
              <a:defRPr sz="1700" b="1">
                <a:solidFill>
                  <a:srgbClr val="0F4C81"/>
                </a:solidFill>
              </a:defRPr>
            </a:pPr>
            <a:r>
              <a:rPr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④ 查看结果</a:t>
            </a:r>
            <a:endParaRPr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 defTabSz="457200">
              <a:spcBef>
                <a:spcPts val="1400"/>
              </a:spcBef>
              <a:defRPr sz="1200">
                <a:solidFill>
                  <a:srgbClr val="222A35"/>
                </a:solidFill>
              </a:defRPr>
            </a:pPr>
            <a:r>
              <a:rPr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在分析页与控制台查看该优化、该跟进的商品</a:t>
            </a:r>
            <a:endParaRPr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Rectangle 7"/>
          <p:cNvSpPr/>
          <p:nvPr>
            <p:custDataLst>
              <p:tags r:id="rId9"/>
            </p:custDataLst>
          </p:nvPr>
        </p:nvSpPr>
        <p:spPr>
          <a:xfrm>
            <a:off x="594360" y="5989320"/>
            <a:ext cx="7955279" cy="65836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rtlCol="0" anchor="ctr"/>
          <a:lstStyle/>
          <a:p>
            <a:pPr defTabSz="457200">
              <a:defRPr sz="1400" i="1">
                <a:solidFill>
                  <a:srgbClr val="0F4C81"/>
                </a:solidFill>
              </a:defRPr>
            </a:pPr>
            <a:r>
              <a:rPr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支持本机安装使用，数据保存在您的电脑，使用更安心。</a:t>
            </a:r>
            <a:endParaRPr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custDataLst>
      <p:tags r:id="rId10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8" name="组合 7"/>
          <p:cNvGrpSpPr/>
          <p:nvPr userDrawn="1">
            <p:custDataLst>
              <p:tags r:id="rId1"/>
            </p:custDataLst>
          </p:nvPr>
        </p:nvGrpSpPr>
        <p:grpSpPr>
          <a:xfrm>
            <a:off x="3001198" y="6045200"/>
            <a:ext cx="6142802" cy="812800"/>
            <a:chOff x="4001597" y="5613400"/>
            <a:chExt cx="8190403" cy="1244600"/>
          </a:xfrm>
        </p:grpSpPr>
        <p:sp>
          <p:nvSpPr>
            <p:cNvPr id="9" name="任意多边形: 形状 8"/>
            <p:cNvSpPr/>
            <p:nvPr>
              <p:custDataLst>
                <p:tags r:id="rId2"/>
              </p:custDataLst>
            </p:nvPr>
          </p:nvSpPr>
          <p:spPr>
            <a:xfrm>
              <a:off x="4001597" y="5613400"/>
              <a:ext cx="8190402" cy="1244600"/>
            </a:xfrm>
            <a:custGeom>
              <a:avLst/>
              <a:gdLst>
                <a:gd name="connsiteX0" fmla="*/ 8190402 w 8190402"/>
                <a:gd name="connsiteY0" fmla="*/ 0 h 1244600"/>
                <a:gd name="connsiteX1" fmla="*/ 8190402 w 8190402"/>
                <a:gd name="connsiteY1" fmla="*/ 1155849 h 1244600"/>
                <a:gd name="connsiteX2" fmla="*/ 4203232 w 8190402"/>
                <a:gd name="connsiteY2" fmla="*/ 1244600 h 1244600"/>
                <a:gd name="connsiteX3" fmla="*/ 0 w 8190402"/>
                <a:gd name="connsiteY3" fmla="*/ 1244600 h 1244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190402" h="1244600">
                  <a:moveTo>
                    <a:pt x="8190402" y="0"/>
                  </a:moveTo>
                  <a:lnTo>
                    <a:pt x="8190402" y="1155849"/>
                  </a:lnTo>
                  <a:lnTo>
                    <a:pt x="4203232" y="1244600"/>
                  </a:lnTo>
                  <a:lnTo>
                    <a:pt x="0" y="1244600"/>
                  </a:ln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 defTabSz="914400"/>
              <a:endParaRPr lang="zh-CN" altLang="en-US" sz="135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0" name="等腰三角形 9"/>
            <p:cNvSpPr/>
            <p:nvPr>
              <p:custDataLst>
                <p:tags r:id="rId3"/>
              </p:custDataLst>
            </p:nvPr>
          </p:nvSpPr>
          <p:spPr>
            <a:xfrm>
              <a:off x="5816600" y="5949254"/>
              <a:ext cx="6375400" cy="908746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 defTabSz="914400"/>
              <a:endParaRPr lang="zh-CN" altLang="en-US" sz="135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2" name="Rectangle 1"/>
          <p:cNvSpPr/>
          <p:nvPr>
            <p:custDataLst>
              <p:tags r:id="rId4"/>
            </p:custDataLst>
          </p:nvPr>
        </p:nvSpPr>
        <p:spPr>
          <a:xfrm>
            <a:off x="0" y="0"/>
            <a:ext cx="9144000" cy="914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457200">
              <a:defRPr sz="2600" b="1">
                <a:solidFill>
                  <a:srgbClr val="FFFFFF"/>
                </a:solidFill>
              </a:defRPr>
            </a:pPr>
            <a:r>
              <a:rPr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智能发品</a:t>
            </a:r>
            <a:endParaRPr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94360" y="987552"/>
            <a:ext cx="1998980" cy="2914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defTabSz="457200">
              <a:defRPr sz="1300">
                <a:solidFill>
                  <a:srgbClr val="6B7A8C"/>
                </a:solidFill>
              </a:defRPr>
            </a:pPr>
            <a:r>
              <a:rPr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从表格到上线，自动完成</a:t>
            </a:r>
            <a:endParaRPr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6" name="组合 5"/>
          <p:cNvGrpSpPr>
            <a:grpSpLocks noChangeAspect="1"/>
          </p:cNvGrpSpPr>
          <p:nvPr>
            <p:custDataLst>
              <p:tags r:id="rId5"/>
            </p:custDataLst>
          </p:nvPr>
        </p:nvGrpSpPr>
        <p:grpSpPr>
          <a:xfrm>
            <a:off x="769032" y="1675130"/>
            <a:ext cx="189135" cy="355600"/>
            <a:chOff x="1283913" y="1155618"/>
            <a:chExt cx="1013226" cy="1905000"/>
          </a:xfrm>
        </p:grpSpPr>
        <p:sp>
          <p:nvSpPr>
            <p:cNvPr id="7" name="任意多边形: 形状 3"/>
            <p:cNvSpPr/>
            <p:nvPr>
              <p:custDataLst>
                <p:tags r:id="rId6"/>
              </p:custDataLst>
            </p:nvPr>
          </p:nvSpPr>
          <p:spPr>
            <a:xfrm>
              <a:off x="1283913" y="1226700"/>
              <a:ext cx="1013226" cy="1833918"/>
            </a:xfrm>
            <a:custGeom>
              <a:avLst/>
              <a:gdLst/>
              <a:ahLst/>
              <a:cxnLst/>
              <a:rect l="0" t="0" r="0" b="0"/>
              <a:pathLst>
                <a:path w="2000378" h="3620645">
                  <a:moveTo>
                    <a:pt x="181229" y="3355341"/>
                  </a:moveTo>
                  <a:lnTo>
                    <a:pt x="232156" y="3371851"/>
                  </a:lnTo>
                  <a:lnTo>
                    <a:pt x="1120521" y="3613786"/>
                  </a:lnTo>
                  <a:cubicBezTo>
                    <a:pt x="1120521" y="3613786"/>
                    <a:pt x="1145032" y="3620644"/>
                    <a:pt x="1176274" y="3602991"/>
                  </a:cubicBezTo>
                  <a:cubicBezTo>
                    <a:pt x="1191895" y="3594228"/>
                    <a:pt x="1195324" y="3581909"/>
                    <a:pt x="1219327" y="3496311"/>
                  </a:cubicBezTo>
                  <a:cubicBezTo>
                    <a:pt x="1243330" y="3410713"/>
                    <a:pt x="1244727" y="3358389"/>
                    <a:pt x="1178179" y="3313304"/>
                  </a:cubicBezTo>
                  <a:cubicBezTo>
                    <a:pt x="1148334" y="3278633"/>
                    <a:pt x="1118489" y="3243835"/>
                    <a:pt x="1135634" y="3182748"/>
                  </a:cubicBezTo>
                  <a:lnTo>
                    <a:pt x="1319403" y="2502281"/>
                  </a:lnTo>
                  <a:lnTo>
                    <a:pt x="1637665" y="1364869"/>
                  </a:lnTo>
                  <a:lnTo>
                    <a:pt x="2000377" y="68453"/>
                  </a:lnTo>
                  <a:lnTo>
                    <a:pt x="1829181" y="20574"/>
                  </a:lnTo>
                  <a:lnTo>
                    <a:pt x="1780286" y="6858"/>
                  </a:lnTo>
                  <a:cubicBezTo>
                    <a:pt x="1780286" y="6858"/>
                    <a:pt x="1755775" y="0"/>
                    <a:pt x="1724533" y="17653"/>
                  </a:cubicBezTo>
                  <a:cubicBezTo>
                    <a:pt x="1693291" y="35306"/>
                    <a:pt x="1476121" y="198755"/>
                    <a:pt x="1476121" y="198755"/>
                  </a:cubicBezTo>
                  <a:cubicBezTo>
                    <a:pt x="1476121" y="198755"/>
                    <a:pt x="1144016" y="395987"/>
                    <a:pt x="1060323" y="412115"/>
                  </a:cubicBezTo>
                  <a:cubicBezTo>
                    <a:pt x="957580" y="449326"/>
                    <a:pt x="851408" y="498730"/>
                    <a:pt x="691007" y="506603"/>
                  </a:cubicBezTo>
                  <a:cubicBezTo>
                    <a:pt x="631825" y="529590"/>
                    <a:pt x="607314" y="522733"/>
                    <a:pt x="576580" y="632841"/>
                  </a:cubicBezTo>
                  <a:cubicBezTo>
                    <a:pt x="545846" y="742950"/>
                    <a:pt x="561467" y="734060"/>
                    <a:pt x="561467" y="734060"/>
                  </a:cubicBezTo>
                  <a:cubicBezTo>
                    <a:pt x="561467" y="734060"/>
                    <a:pt x="544322" y="795275"/>
                    <a:pt x="713613" y="803021"/>
                  </a:cubicBezTo>
                  <a:cubicBezTo>
                    <a:pt x="882904" y="810768"/>
                    <a:pt x="963041" y="806831"/>
                    <a:pt x="963041" y="806831"/>
                  </a:cubicBezTo>
                  <a:lnTo>
                    <a:pt x="644779" y="1944243"/>
                  </a:lnTo>
                  <a:lnTo>
                    <a:pt x="415544" y="2763647"/>
                  </a:lnTo>
                  <a:lnTo>
                    <a:pt x="364236" y="2947162"/>
                  </a:lnTo>
                  <a:cubicBezTo>
                    <a:pt x="364236" y="2947162"/>
                    <a:pt x="361315" y="3051810"/>
                    <a:pt x="127508" y="3039237"/>
                  </a:cubicBezTo>
                  <a:cubicBezTo>
                    <a:pt x="99568" y="3044572"/>
                    <a:pt x="92837" y="3069083"/>
                    <a:pt x="79121" y="3117978"/>
                  </a:cubicBezTo>
                  <a:cubicBezTo>
                    <a:pt x="65405" y="3166873"/>
                    <a:pt x="44958" y="3240279"/>
                    <a:pt x="44958" y="3240279"/>
                  </a:cubicBezTo>
                  <a:cubicBezTo>
                    <a:pt x="44958" y="3240279"/>
                    <a:pt x="0" y="3306827"/>
                    <a:pt x="109982" y="3337561"/>
                  </a:cubicBezTo>
                  <a:cubicBezTo>
                    <a:pt x="158750" y="3351277"/>
                    <a:pt x="173101" y="3354198"/>
                    <a:pt x="181229" y="3355341"/>
                  </a:cubicBezTo>
                  <a:close/>
                </a:path>
              </a:pathLst>
            </a:custGeom>
            <a:solidFill>
              <a:schemeClr val="lt1">
                <a:lumMod val="85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/>
              <a:endParaRPr lang="zh-CN" altLang="en-US">
                <a:solidFill>
                  <a:schemeClr val="lt1"/>
                </a:solidFill>
              </a:endParaRPr>
            </a:p>
          </p:txBody>
        </p:sp>
        <p:sp>
          <p:nvSpPr>
            <p:cNvPr id="11" name="任意多边形: 形状 4"/>
            <p:cNvSpPr/>
            <p:nvPr>
              <p:custDataLst>
                <p:tags r:id="rId7"/>
              </p:custDataLst>
            </p:nvPr>
          </p:nvSpPr>
          <p:spPr>
            <a:xfrm>
              <a:off x="1356217" y="1155618"/>
              <a:ext cx="704389" cy="1852637"/>
            </a:xfrm>
            <a:custGeom>
              <a:avLst/>
              <a:gdLst/>
              <a:ahLst/>
              <a:cxnLst/>
              <a:rect l="0" t="0" r="0" b="0"/>
              <a:pathLst>
                <a:path w="1390651" h="3657601">
                  <a:moveTo>
                    <a:pt x="352933" y="3655441"/>
                  </a:moveTo>
                  <a:lnTo>
                    <a:pt x="406400" y="3657600"/>
                  </a:lnTo>
                  <a:lnTo>
                    <a:pt x="1327150" y="3651250"/>
                  </a:lnTo>
                  <a:cubicBezTo>
                    <a:pt x="1327150" y="3651250"/>
                    <a:pt x="1352550" y="3651250"/>
                    <a:pt x="1377950" y="3625850"/>
                  </a:cubicBezTo>
                  <a:cubicBezTo>
                    <a:pt x="1390650" y="3613150"/>
                    <a:pt x="1390650" y="3600450"/>
                    <a:pt x="1390650" y="3511550"/>
                  </a:cubicBezTo>
                  <a:cubicBezTo>
                    <a:pt x="1390650" y="3422650"/>
                    <a:pt x="1377950" y="3371850"/>
                    <a:pt x="1301750" y="3346450"/>
                  </a:cubicBezTo>
                  <a:cubicBezTo>
                    <a:pt x="1263650" y="3321050"/>
                    <a:pt x="1225550" y="3295650"/>
                    <a:pt x="1225550" y="3232150"/>
                  </a:cubicBezTo>
                  <a:lnTo>
                    <a:pt x="1219200" y="2527300"/>
                  </a:lnTo>
                  <a:lnTo>
                    <a:pt x="1219200" y="1346200"/>
                  </a:lnTo>
                  <a:lnTo>
                    <a:pt x="1219200" y="0"/>
                  </a:lnTo>
                  <a:lnTo>
                    <a:pt x="1041400" y="0"/>
                  </a:lnTo>
                  <a:lnTo>
                    <a:pt x="990600" y="0"/>
                  </a:lnTo>
                  <a:cubicBezTo>
                    <a:pt x="990600" y="0"/>
                    <a:pt x="965200" y="0"/>
                    <a:pt x="939800" y="25400"/>
                  </a:cubicBezTo>
                  <a:cubicBezTo>
                    <a:pt x="914400" y="50800"/>
                    <a:pt x="749300" y="266700"/>
                    <a:pt x="749300" y="266700"/>
                  </a:cubicBezTo>
                  <a:cubicBezTo>
                    <a:pt x="749300" y="266700"/>
                    <a:pt x="482600" y="546100"/>
                    <a:pt x="406400" y="584200"/>
                  </a:cubicBezTo>
                  <a:cubicBezTo>
                    <a:pt x="317500" y="647700"/>
                    <a:pt x="228600" y="723900"/>
                    <a:pt x="76200" y="774700"/>
                  </a:cubicBezTo>
                  <a:cubicBezTo>
                    <a:pt x="25400" y="812800"/>
                    <a:pt x="0" y="812800"/>
                    <a:pt x="0" y="927100"/>
                  </a:cubicBezTo>
                  <a:cubicBezTo>
                    <a:pt x="0" y="1041400"/>
                    <a:pt x="12700" y="1028700"/>
                    <a:pt x="12700" y="1028700"/>
                  </a:cubicBezTo>
                  <a:cubicBezTo>
                    <a:pt x="12700" y="1028700"/>
                    <a:pt x="12700" y="1092200"/>
                    <a:pt x="177800" y="1054100"/>
                  </a:cubicBezTo>
                  <a:cubicBezTo>
                    <a:pt x="342903" y="1016013"/>
                    <a:pt x="419100" y="990600"/>
                    <a:pt x="419100" y="990600"/>
                  </a:cubicBezTo>
                  <a:lnTo>
                    <a:pt x="419100" y="2171700"/>
                  </a:lnTo>
                  <a:lnTo>
                    <a:pt x="419100" y="3022600"/>
                  </a:lnTo>
                  <a:lnTo>
                    <a:pt x="419100" y="3213100"/>
                  </a:lnTo>
                  <a:cubicBezTo>
                    <a:pt x="419100" y="3213100"/>
                    <a:pt x="444500" y="3314700"/>
                    <a:pt x="215900" y="3365500"/>
                  </a:cubicBezTo>
                  <a:cubicBezTo>
                    <a:pt x="190500" y="3378200"/>
                    <a:pt x="190500" y="3403600"/>
                    <a:pt x="190500" y="3454400"/>
                  </a:cubicBezTo>
                  <a:cubicBezTo>
                    <a:pt x="190500" y="3505200"/>
                    <a:pt x="190500" y="3581400"/>
                    <a:pt x="190500" y="3581400"/>
                  </a:cubicBezTo>
                  <a:cubicBezTo>
                    <a:pt x="190500" y="3581400"/>
                    <a:pt x="165100" y="3657600"/>
                    <a:pt x="279400" y="3657600"/>
                  </a:cubicBezTo>
                  <a:cubicBezTo>
                    <a:pt x="330200" y="3657600"/>
                    <a:pt x="344678" y="3656584"/>
                    <a:pt x="352933" y="3655441"/>
                  </a:cubicBezTo>
                  <a:close/>
                </a:path>
              </a:pathLst>
            </a:cu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/>
              <a:endParaRPr lang="zh-CN" altLang="en-US">
                <a:solidFill>
                  <a:schemeClr val="lt1"/>
                </a:solidFill>
              </a:endParaRPr>
            </a:p>
          </p:txBody>
        </p:sp>
      </p:grpSp>
      <p:grpSp>
        <p:nvGrpSpPr>
          <p:cNvPr id="62" name="组合 61"/>
          <p:cNvGrpSpPr>
            <a:grpSpLocks noChangeAspect="1"/>
          </p:cNvGrpSpPr>
          <p:nvPr>
            <p:custDataLst>
              <p:tags r:id="rId8"/>
            </p:custDataLst>
          </p:nvPr>
        </p:nvGrpSpPr>
        <p:grpSpPr>
          <a:xfrm>
            <a:off x="735349" y="2595880"/>
            <a:ext cx="256502" cy="355600"/>
            <a:chOff x="3262468" y="1155618"/>
            <a:chExt cx="1374117" cy="1905000"/>
          </a:xfrm>
        </p:grpSpPr>
        <p:sp>
          <p:nvSpPr>
            <p:cNvPr id="12" name="任意多边形: 形状 6"/>
            <p:cNvSpPr/>
            <p:nvPr>
              <p:custDataLst>
                <p:tags r:id="rId9"/>
              </p:custDataLst>
            </p:nvPr>
          </p:nvSpPr>
          <p:spPr>
            <a:xfrm>
              <a:off x="3262468" y="1156762"/>
              <a:ext cx="1374117" cy="1903856"/>
            </a:xfrm>
            <a:custGeom>
              <a:avLst/>
              <a:gdLst/>
              <a:ahLst/>
              <a:cxnLst/>
              <a:rect l="0" t="0" r="0" b="0"/>
              <a:pathLst>
                <a:path w="2745487" h="3803905">
                  <a:moveTo>
                    <a:pt x="2261235" y="2882773"/>
                  </a:moveTo>
                  <a:lnTo>
                    <a:pt x="2089658" y="3270377"/>
                  </a:lnTo>
                  <a:lnTo>
                    <a:pt x="1880235" y="3700399"/>
                  </a:lnTo>
                  <a:lnTo>
                    <a:pt x="1835658" y="3767201"/>
                  </a:lnTo>
                  <a:cubicBezTo>
                    <a:pt x="1835658" y="3767201"/>
                    <a:pt x="1825625" y="3803904"/>
                    <a:pt x="1715389" y="3773932"/>
                  </a:cubicBezTo>
                  <a:cubicBezTo>
                    <a:pt x="1605153" y="3743833"/>
                    <a:pt x="1066038" y="3596894"/>
                    <a:pt x="1066038" y="3596894"/>
                  </a:cubicBezTo>
                  <a:lnTo>
                    <a:pt x="0" y="3306191"/>
                  </a:lnTo>
                  <a:lnTo>
                    <a:pt x="143637" y="2779268"/>
                  </a:lnTo>
                  <a:cubicBezTo>
                    <a:pt x="143637" y="2779268"/>
                    <a:pt x="172593" y="2721356"/>
                    <a:pt x="238252" y="2673477"/>
                  </a:cubicBezTo>
                  <a:cubicBezTo>
                    <a:pt x="303911" y="2625599"/>
                    <a:pt x="491109" y="2518664"/>
                    <a:pt x="491109" y="2518664"/>
                  </a:cubicBezTo>
                  <a:lnTo>
                    <a:pt x="731647" y="2360422"/>
                  </a:lnTo>
                  <a:lnTo>
                    <a:pt x="1094740" y="2090801"/>
                  </a:lnTo>
                  <a:cubicBezTo>
                    <a:pt x="1094740" y="2090801"/>
                    <a:pt x="1483487" y="1775587"/>
                    <a:pt x="1538097" y="1671955"/>
                  </a:cubicBezTo>
                  <a:cubicBezTo>
                    <a:pt x="1592706" y="1568323"/>
                    <a:pt x="1663954" y="1548257"/>
                    <a:pt x="1812036" y="1101598"/>
                  </a:cubicBezTo>
                  <a:cubicBezTo>
                    <a:pt x="1812036" y="1101598"/>
                    <a:pt x="1904492" y="810895"/>
                    <a:pt x="1913382" y="681609"/>
                  </a:cubicBezTo>
                  <a:cubicBezTo>
                    <a:pt x="1922272" y="552450"/>
                    <a:pt x="1929003" y="527939"/>
                    <a:pt x="1905635" y="468884"/>
                  </a:cubicBezTo>
                  <a:cubicBezTo>
                    <a:pt x="1882267" y="409830"/>
                    <a:pt x="1825371" y="328549"/>
                    <a:pt x="1711833" y="310770"/>
                  </a:cubicBezTo>
                  <a:cubicBezTo>
                    <a:pt x="1598168" y="292989"/>
                    <a:pt x="1591564" y="317500"/>
                    <a:pt x="1591564" y="317500"/>
                  </a:cubicBezTo>
                  <a:cubicBezTo>
                    <a:pt x="1591564" y="317500"/>
                    <a:pt x="1480185" y="339725"/>
                    <a:pt x="1454531" y="530225"/>
                  </a:cubicBezTo>
                  <a:cubicBezTo>
                    <a:pt x="1436751" y="643890"/>
                    <a:pt x="1408938" y="939039"/>
                    <a:pt x="1265174" y="1031495"/>
                  </a:cubicBezTo>
                  <a:cubicBezTo>
                    <a:pt x="1230630" y="1061593"/>
                    <a:pt x="1170559" y="1137286"/>
                    <a:pt x="1004570" y="1118362"/>
                  </a:cubicBezTo>
                  <a:cubicBezTo>
                    <a:pt x="967867" y="1108330"/>
                    <a:pt x="915416" y="1107186"/>
                    <a:pt x="851916" y="1050417"/>
                  </a:cubicBezTo>
                  <a:cubicBezTo>
                    <a:pt x="830707" y="1031494"/>
                    <a:pt x="703707" y="917829"/>
                    <a:pt x="752729" y="641604"/>
                  </a:cubicBezTo>
                  <a:cubicBezTo>
                    <a:pt x="766064" y="592582"/>
                    <a:pt x="830707" y="307467"/>
                    <a:pt x="1161542" y="108077"/>
                  </a:cubicBezTo>
                  <a:cubicBezTo>
                    <a:pt x="1192784" y="90297"/>
                    <a:pt x="1326388" y="34544"/>
                    <a:pt x="1409954" y="17780"/>
                  </a:cubicBezTo>
                  <a:cubicBezTo>
                    <a:pt x="1493519" y="1016"/>
                    <a:pt x="1730756" y="0"/>
                    <a:pt x="1865502" y="36703"/>
                  </a:cubicBezTo>
                  <a:cubicBezTo>
                    <a:pt x="1902206" y="46736"/>
                    <a:pt x="2040381" y="71247"/>
                    <a:pt x="2235326" y="177038"/>
                  </a:cubicBezTo>
                  <a:cubicBezTo>
                    <a:pt x="2268727" y="199263"/>
                    <a:pt x="2302129" y="221615"/>
                    <a:pt x="2302129" y="221615"/>
                  </a:cubicBezTo>
                  <a:cubicBezTo>
                    <a:pt x="2302129" y="221615"/>
                    <a:pt x="2453639" y="341884"/>
                    <a:pt x="2480310" y="388747"/>
                  </a:cubicBezTo>
                  <a:cubicBezTo>
                    <a:pt x="2489200" y="404368"/>
                    <a:pt x="2646299" y="552450"/>
                    <a:pt x="2686431" y="839852"/>
                  </a:cubicBezTo>
                  <a:cubicBezTo>
                    <a:pt x="2688717" y="879984"/>
                    <a:pt x="2745486" y="1106044"/>
                    <a:pt x="2615184" y="1439165"/>
                  </a:cubicBezTo>
                  <a:cubicBezTo>
                    <a:pt x="2608453" y="1463675"/>
                    <a:pt x="2536063" y="1680846"/>
                    <a:pt x="2272157" y="1924813"/>
                  </a:cubicBezTo>
                  <a:cubicBezTo>
                    <a:pt x="2206498" y="1972692"/>
                    <a:pt x="2049399" y="2114170"/>
                    <a:pt x="1695196" y="2254505"/>
                  </a:cubicBezTo>
                  <a:cubicBezTo>
                    <a:pt x="1561592" y="2310258"/>
                    <a:pt x="1082548" y="2521839"/>
                    <a:pt x="1082548" y="2521839"/>
                  </a:cubicBezTo>
                  <a:cubicBezTo>
                    <a:pt x="1082548" y="2521839"/>
                    <a:pt x="628142" y="2740152"/>
                    <a:pt x="605790" y="2773553"/>
                  </a:cubicBezTo>
                  <a:cubicBezTo>
                    <a:pt x="703834" y="2800224"/>
                    <a:pt x="1340993" y="2973959"/>
                    <a:pt x="1340993" y="2973959"/>
                  </a:cubicBezTo>
                  <a:lnTo>
                    <a:pt x="1684020" y="3067558"/>
                  </a:lnTo>
                  <a:cubicBezTo>
                    <a:pt x="1684020" y="3067558"/>
                    <a:pt x="1803146" y="3113278"/>
                    <a:pt x="1876679" y="2988437"/>
                  </a:cubicBezTo>
                  <a:cubicBezTo>
                    <a:pt x="1950212" y="2863723"/>
                    <a:pt x="1980311" y="2753360"/>
                    <a:pt x="2066036" y="2776855"/>
                  </a:cubicBezTo>
                  <a:cubicBezTo>
                    <a:pt x="2152015" y="2800350"/>
                    <a:pt x="2253361" y="2814828"/>
                    <a:pt x="2261235" y="2882773"/>
                  </a:cubicBezTo>
                  <a:close/>
                </a:path>
              </a:pathLst>
            </a:custGeom>
            <a:solidFill>
              <a:schemeClr val="lt1">
                <a:lumMod val="85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/>
              <a:endParaRPr lang="zh-CN" altLang="en-US">
                <a:solidFill>
                  <a:schemeClr val="lt1"/>
                </a:solidFill>
              </a:endParaRPr>
            </a:p>
          </p:txBody>
        </p:sp>
        <p:sp>
          <p:nvSpPr>
            <p:cNvPr id="13" name="任意多边形: 形状 7"/>
            <p:cNvSpPr/>
            <p:nvPr>
              <p:custDataLst>
                <p:tags r:id="rId10"/>
              </p:custDataLst>
            </p:nvPr>
          </p:nvSpPr>
          <p:spPr>
            <a:xfrm>
              <a:off x="3369890" y="1155618"/>
              <a:ext cx="1036086" cy="1830631"/>
            </a:xfrm>
            <a:custGeom>
              <a:avLst/>
              <a:gdLst/>
              <a:ahLst/>
              <a:cxnLst/>
              <a:rect l="0" t="0" r="0" b="0"/>
              <a:pathLst>
                <a:path w="2070101" h="3657601">
                  <a:moveTo>
                    <a:pt x="2070100" y="2654300"/>
                  </a:moveTo>
                  <a:lnTo>
                    <a:pt x="2006600" y="3073400"/>
                  </a:lnTo>
                  <a:lnTo>
                    <a:pt x="1917700" y="3543300"/>
                  </a:lnTo>
                  <a:lnTo>
                    <a:pt x="1892300" y="3619500"/>
                  </a:lnTo>
                  <a:cubicBezTo>
                    <a:pt x="1892300" y="3619500"/>
                    <a:pt x="1892300" y="3657600"/>
                    <a:pt x="1778000" y="3657600"/>
                  </a:cubicBezTo>
                  <a:cubicBezTo>
                    <a:pt x="1663700" y="3657600"/>
                    <a:pt x="1104900" y="3657600"/>
                    <a:pt x="1104900" y="3657600"/>
                  </a:cubicBezTo>
                  <a:lnTo>
                    <a:pt x="0" y="3657600"/>
                  </a:lnTo>
                  <a:lnTo>
                    <a:pt x="0" y="3111500"/>
                  </a:lnTo>
                  <a:cubicBezTo>
                    <a:pt x="0" y="3111500"/>
                    <a:pt x="12700" y="3048000"/>
                    <a:pt x="63500" y="2984500"/>
                  </a:cubicBezTo>
                  <a:cubicBezTo>
                    <a:pt x="114300" y="2921000"/>
                    <a:pt x="266700" y="2768600"/>
                    <a:pt x="266700" y="2768600"/>
                  </a:cubicBezTo>
                  <a:lnTo>
                    <a:pt x="457200" y="2552700"/>
                  </a:lnTo>
                  <a:lnTo>
                    <a:pt x="736600" y="2197100"/>
                  </a:lnTo>
                  <a:cubicBezTo>
                    <a:pt x="736600" y="2197100"/>
                    <a:pt x="1028700" y="1790700"/>
                    <a:pt x="1054100" y="1676400"/>
                  </a:cubicBezTo>
                  <a:cubicBezTo>
                    <a:pt x="1079502" y="1562101"/>
                    <a:pt x="1143000" y="1524000"/>
                    <a:pt x="1168400" y="1054100"/>
                  </a:cubicBezTo>
                  <a:cubicBezTo>
                    <a:pt x="1168400" y="1054100"/>
                    <a:pt x="1181100" y="749300"/>
                    <a:pt x="1155700" y="622300"/>
                  </a:cubicBezTo>
                  <a:cubicBezTo>
                    <a:pt x="1130300" y="495300"/>
                    <a:pt x="1130300" y="469900"/>
                    <a:pt x="1092200" y="419100"/>
                  </a:cubicBezTo>
                  <a:cubicBezTo>
                    <a:pt x="1054100" y="368300"/>
                    <a:pt x="977900" y="304800"/>
                    <a:pt x="863600" y="317500"/>
                  </a:cubicBezTo>
                  <a:cubicBezTo>
                    <a:pt x="749300" y="330200"/>
                    <a:pt x="749300" y="355600"/>
                    <a:pt x="749300" y="355600"/>
                  </a:cubicBezTo>
                  <a:cubicBezTo>
                    <a:pt x="749300" y="355600"/>
                    <a:pt x="647700" y="406400"/>
                    <a:pt x="673100" y="596900"/>
                  </a:cubicBezTo>
                  <a:cubicBezTo>
                    <a:pt x="685800" y="711200"/>
                    <a:pt x="736600" y="1003300"/>
                    <a:pt x="622300" y="1130300"/>
                  </a:cubicBezTo>
                  <a:cubicBezTo>
                    <a:pt x="596900" y="1168400"/>
                    <a:pt x="558800" y="1257300"/>
                    <a:pt x="393700" y="1282700"/>
                  </a:cubicBezTo>
                  <a:cubicBezTo>
                    <a:pt x="355600" y="1282700"/>
                    <a:pt x="304800" y="1295400"/>
                    <a:pt x="228600" y="1257300"/>
                  </a:cubicBezTo>
                  <a:cubicBezTo>
                    <a:pt x="203200" y="1244600"/>
                    <a:pt x="50800" y="1168400"/>
                    <a:pt x="25400" y="889000"/>
                  </a:cubicBezTo>
                  <a:cubicBezTo>
                    <a:pt x="25400" y="838200"/>
                    <a:pt x="12700" y="546100"/>
                    <a:pt x="279400" y="266700"/>
                  </a:cubicBezTo>
                  <a:cubicBezTo>
                    <a:pt x="304800" y="241300"/>
                    <a:pt x="419100" y="152400"/>
                    <a:pt x="495300" y="114300"/>
                  </a:cubicBezTo>
                  <a:cubicBezTo>
                    <a:pt x="571497" y="76193"/>
                    <a:pt x="800100" y="12700"/>
                    <a:pt x="939800" y="12700"/>
                  </a:cubicBezTo>
                  <a:cubicBezTo>
                    <a:pt x="977900" y="12700"/>
                    <a:pt x="1117600" y="0"/>
                    <a:pt x="1333500" y="50800"/>
                  </a:cubicBezTo>
                  <a:cubicBezTo>
                    <a:pt x="1371600" y="63500"/>
                    <a:pt x="1409700" y="76200"/>
                    <a:pt x="1409700" y="76200"/>
                  </a:cubicBezTo>
                  <a:cubicBezTo>
                    <a:pt x="1409700" y="76200"/>
                    <a:pt x="1587500" y="152400"/>
                    <a:pt x="1625600" y="190500"/>
                  </a:cubicBezTo>
                  <a:cubicBezTo>
                    <a:pt x="1638300" y="203200"/>
                    <a:pt x="1828800" y="304800"/>
                    <a:pt x="1943100" y="571500"/>
                  </a:cubicBezTo>
                  <a:cubicBezTo>
                    <a:pt x="1955800" y="609600"/>
                    <a:pt x="2070100" y="812800"/>
                    <a:pt x="2032000" y="1168400"/>
                  </a:cubicBezTo>
                  <a:cubicBezTo>
                    <a:pt x="2032000" y="1193800"/>
                    <a:pt x="2019300" y="1422400"/>
                    <a:pt x="1828800" y="1727200"/>
                  </a:cubicBezTo>
                  <a:cubicBezTo>
                    <a:pt x="1778000" y="1790700"/>
                    <a:pt x="1663700" y="1968500"/>
                    <a:pt x="1358900" y="2197100"/>
                  </a:cubicBezTo>
                  <a:cubicBezTo>
                    <a:pt x="1244600" y="2286000"/>
                    <a:pt x="838200" y="2616200"/>
                    <a:pt x="838200" y="2616200"/>
                  </a:cubicBezTo>
                  <a:cubicBezTo>
                    <a:pt x="838200" y="2616200"/>
                    <a:pt x="457200" y="2946400"/>
                    <a:pt x="444500" y="2984500"/>
                  </a:cubicBezTo>
                  <a:cubicBezTo>
                    <a:pt x="546100" y="2984500"/>
                    <a:pt x="1206500" y="2984500"/>
                    <a:pt x="1206500" y="2984500"/>
                  </a:cubicBezTo>
                  <a:lnTo>
                    <a:pt x="1562100" y="2984500"/>
                  </a:lnTo>
                  <a:cubicBezTo>
                    <a:pt x="1562100" y="2984500"/>
                    <a:pt x="1689100" y="2997200"/>
                    <a:pt x="1727200" y="2857500"/>
                  </a:cubicBezTo>
                  <a:cubicBezTo>
                    <a:pt x="1765312" y="2717803"/>
                    <a:pt x="1765300" y="2603500"/>
                    <a:pt x="1854200" y="2603500"/>
                  </a:cubicBezTo>
                  <a:cubicBezTo>
                    <a:pt x="1943100" y="2603500"/>
                    <a:pt x="2044700" y="2590800"/>
                    <a:pt x="2070100" y="2654300"/>
                  </a:cubicBezTo>
                  <a:close/>
                </a:path>
              </a:pathLst>
            </a:cu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/>
              <a:endParaRPr lang="zh-CN" altLang="en-US">
                <a:solidFill>
                  <a:schemeClr val="lt1"/>
                </a:solidFill>
              </a:endParaRPr>
            </a:p>
          </p:txBody>
        </p:sp>
      </p:grpSp>
      <p:grpSp>
        <p:nvGrpSpPr>
          <p:cNvPr id="63" name="组合 62"/>
          <p:cNvGrpSpPr>
            <a:grpSpLocks noChangeAspect="1"/>
          </p:cNvGrpSpPr>
          <p:nvPr>
            <p:custDataLst>
              <p:tags r:id="rId11"/>
            </p:custDataLst>
          </p:nvPr>
        </p:nvGrpSpPr>
        <p:grpSpPr>
          <a:xfrm>
            <a:off x="742673" y="3249930"/>
            <a:ext cx="241855" cy="355600"/>
            <a:chOff x="5460700" y="1155618"/>
            <a:chExt cx="1295653" cy="1905000"/>
          </a:xfrm>
        </p:grpSpPr>
        <p:sp>
          <p:nvSpPr>
            <p:cNvPr id="14" name="任意多边形: 形状 9"/>
            <p:cNvSpPr/>
            <p:nvPr>
              <p:custDataLst>
                <p:tags r:id="rId12"/>
              </p:custDataLst>
            </p:nvPr>
          </p:nvSpPr>
          <p:spPr>
            <a:xfrm>
              <a:off x="5460700" y="1189984"/>
              <a:ext cx="1295653" cy="1841774"/>
            </a:xfrm>
            <a:custGeom>
              <a:avLst/>
              <a:gdLst/>
              <a:ahLst/>
              <a:cxnLst/>
              <a:rect l="0" t="0" r="0" b="0"/>
              <a:pathLst>
                <a:path w="2599945" h="3695828">
                  <a:moveTo>
                    <a:pt x="1034034" y="1489202"/>
                  </a:moveTo>
                  <a:cubicBezTo>
                    <a:pt x="1034034" y="1489202"/>
                    <a:pt x="1296543" y="1588135"/>
                    <a:pt x="1430401" y="1532890"/>
                  </a:cubicBezTo>
                  <a:cubicBezTo>
                    <a:pt x="1520698" y="1491996"/>
                    <a:pt x="1624203" y="1546860"/>
                    <a:pt x="1794256" y="645160"/>
                  </a:cubicBezTo>
                  <a:cubicBezTo>
                    <a:pt x="1803654" y="516001"/>
                    <a:pt x="1828546" y="377952"/>
                    <a:pt x="1629283" y="336042"/>
                  </a:cubicBezTo>
                  <a:cubicBezTo>
                    <a:pt x="1576959" y="334772"/>
                    <a:pt x="1395349" y="324104"/>
                    <a:pt x="1392301" y="573659"/>
                  </a:cubicBezTo>
                  <a:cubicBezTo>
                    <a:pt x="1391031" y="625983"/>
                    <a:pt x="1394206" y="995807"/>
                    <a:pt x="1235964" y="1044321"/>
                  </a:cubicBezTo>
                  <a:cubicBezTo>
                    <a:pt x="1189101" y="1070864"/>
                    <a:pt x="996188" y="1149350"/>
                    <a:pt x="851789" y="1004062"/>
                  </a:cubicBezTo>
                  <a:cubicBezTo>
                    <a:pt x="821817" y="969391"/>
                    <a:pt x="683006" y="852043"/>
                    <a:pt x="812292" y="479298"/>
                  </a:cubicBezTo>
                  <a:cubicBezTo>
                    <a:pt x="841502" y="421513"/>
                    <a:pt x="916686" y="244602"/>
                    <a:pt x="1222375" y="91948"/>
                  </a:cubicBezTo>
                  <a:cubicBezTo>
                    <a:pt x="1265809" y="77597"/>
                    <a:pt x="1366393" y="0"/>
                    <a:pt x="1738249" y="36830"/>
                  </a:cubicBezTo>
                  <a:cubicBezTo>
                    <a:pt x="1762760" y="43561"/>
                    <a:pt x="2100072" y="110363"/>
                    <a:pt x="2286508" y="293751"/>
                  </a:cubicBezTo>
                  <a:cubicBezTo>
                    <a:pt x="2328672" y="331724"/>
                    <a:pt x="2455291" y="445770"/>
                    <a:pt x="2500376" y="616331"/>
                  </a:cubicBezTo>
                  <a:cubicBezTo>
                    <a:pt x="2514727" y="659765"/>
                    <a:pt x="2599944" y="828294"/>
                    <a:pt x="2565654" y="1095502"/>
                  </a:cubicBezTo>
                  <a:cubicBezTo>
                    <a:pt x="2552065" y="1144524"/>
                    <a:pt x="2543556" y="1366139"/>
                    <a:pt x="2344674" y="1561465"/>
                  </a:cubicBezTo>
                  <a:cubicBezTo>
                    <a:pt x="2310003" y="1591437"/>
                    <a:pt x="2195957" y="1718056"/>
                    <a:pt x="1969770" y="1774063"/>
                  </a:cubicBezTo>
                  <a:cubicBezTo>
                    <a:pt x="1914017" y="1784985"/>
                    <a:pt x="1706753" y="1820037"/>
                    <a:pt x="1645539" y="1803019"/>
                  </a:cubicBezTo>
                  <a:cubicBezTo>
                    <a:pt x="1687703" y="1840992"/>
                    <a:pt x="2038096" y="2003679"/>
                    <a:pt x="2152777" y="2351659"/>
                  </a:cubicBezTo>
                  <a:cubicBezTo>
                    <a:pt x="2176018" y="2410714"/>
                    <a:pt x="2322703" y="2833370"/>
                    <a:pt x="1969135" y="3302254"/>
                  </a:cubicBezTo>
                  <a:cubicBezTo>
                    <a:pt x="1927733" y="3356737"/>
                    <a:pt x="1719453" y="3681222"/>
                    <a:pt x="1124712" y="3688207"/>
                  </a:cubicBezTo>
                  <a:cubicBezTo>
                    <a:pt x="1056767" y="3695827"/>
                    <a:pt x="604647" y="3663061"/>
                    <a:pt x="377190" y="3389503"/>
                  </a:cubicBezTo>
                  <a:cubicBezTo>
                    <a:pt x="299593" y="3289046"/>
                    <a:pt x="0" y="2942718"/>
                    <a:pt x="267843" y="2450212"/>
                  </a:cubicBezTo>
                  <a:cubicBezTo>
                    <a:pt x="321437" y="2399158"/>
                    <a:pt x="435483" y="2272539"/>
                    <a:pt x="649097" y="2357883"/>
                  </a:cubicBezTo>
                  <a:cubicBezTo>
                    <a:pt x="706882" y="2387093"/>
                    <a:pt x="826008" y="2433067"/>
                    <a:pt x="829691" y="2658111"/>
                  </a:cubicBezTo>
                  <a:cubicBezTo>
                    <a:pt x="818261" y="2747138"/>
                    <a:pt x="804672" y="2796159"/>
                    <a:pt x="703707" y="3018537"/>
                  </a:cubicBezTo>
                  <a:cubicBezTo>
                    <a:pt x="686816" y="3079751"/>
                    <a:pt x="602742" y="3241040"/>
                    <a:pt x="837438" y="3345308"/>
                  </a:cubicBezTo>
                  <a:cubicBezTo>
                    <a:pt x="902081" y="3350007"/>
                    <a:pt x="1103376" y="3431922"/>
                    <a:pt x="1238631" y="2942337"/>
                  </a:cubicBezTo>
                  <a:cubicBezTo>
                    <a:pt x="1265682" y="2844420"/>
                    <a:pt x="1386586" y="2311274"/>
                    <a:pt x="1386586" y="2311274"/>
                  </a:cubicBezTo>
                  <a:cubicBezTo>
                    <a:pt x="1386586" y="2311274"/>
                    <a:pt x="1412875" y="2120901"/>
                    <a:pt x="1377442" y="2058417"/>
                  </a:cubicBezTo>
                  <a:cubicBezTo>
                    <a:pt x="1342009" y="1995932"/>
                    <a:pt x="1347978" y="1878965"/>
                    <a:pt x="931799" y="1764031"/>
                  </a:cubicBezTo>
                  <a:cubicBezTo>
                    <a:pt x="882777" y="1750442"/>
                    <a:pt x="814832" y="1758062"/>
                    <a:pt x="881253" y="1565657"/>
                  </a:cubicBezTo>
                  <a:cubicBezTo>
                    <a:pt x="910336" y="1507744"/>
                    <a:pt x="923925" y="1458722"/>
                    <a:pt x="1034034" y="1489202"/>
                  </a:cubicBezTo>
                  <a:close/>
                </a:path>
              </a:pathLst>
            </a:custGeom>
            <a:solidFill>
              <a:schemeClr val="lt1">
                <a:lumMod val="85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/>
              <a:endParaRPr lang="zh-CN" altLang="en-US">
                <a:solidFill>
                  <a:schemeClr val="lt1"/>
                </a:solidFill>
              </a:endParaRPr>
            </a:p>
          </p:txBody>
        </p:sp>
        <p:sp>
          <p:nvSpPr>
            <p:cNvPr id="15" name="任意多边形: 形状 10"/>
            <p:cNvSpPr/>
            <p:nvPr>
              <p:custDataLst>
                <p:tags r:id="rId13"/>
              </p:custDataLst>
            </p:nvPr>
          </p:nvSpPr>
          <p:spPr>
            <a:xfrm>
              <a:off x="5538672" y="1155618"/>
              <a:ext cx="1101229" cy="1905000"/>
            </a:xfrm>
            <a:custGeom>
              <a:avLst/>
              <a:gdLst/>
              <a:ahLst/>
              <a:cxnLst/>
              <a:rect l="0" t="0" r="0" b="0"/>
              <a:pathLst>
                <a:path w="2209801" h="3822701">
                  <a:moveTo>
                    <a:pt x="609600" y="1612900"/>
                  </a:moveTo>
                  <a:cubicBezTo>
                    <a:pt x="609600" y="1612900"/>
                    <a:pt x="889000" y="1638300"/>
                    <a:pt x="1003300" y="1549400"/>
                  </a:cubicBezTo>
                  <a:cubicBezTo>
                    <a:pt x="1079500" y="1485900"/>
                    <a:pt x="1193800" y="1511300"/>
                    <a:pt x="1117600" y="596900"/>
                  </a:cubicBezTo>
                  <a:cubicBezTo>
                    <a:pt x="1092200" y="469900"/>
                    <a:pt x="1079500" y="330200"/>
                    <a:pt x="876300" y="342900"/>
                  </a:cubicBezTo>
                  <a:cubicBezTo>
                    <a:pt x="825500" y="355600"/>
                    <a:pt x="647700" y="393700"/>
                    <a:pt x="711200" y="635000"/>
                  </a:cubicBezTo>
                  <a:cubicBezTo>
                    <a:pt x="723900" y="685800"/>
                    <a:pt x="825500" y="1041400"/>
                    <a:pt x="685800" y="1130300"/>
                  </a:cubicBezTo>
                  <a:cubicBezTo>
                    <a:pt x="647700" y="1168400"/>
                    <a:pt x="482600" y="1295400"/>
                    <a:pt x="304800" y="1193800"/>
                  </a:cubicBezTo>
                  <a:cubicBezTo>
                    <a:pt x="266700" y="1168400"/>
                    <a:pt x="101600" y="1092200"/>
                    <a:pt x="127000" y="698500"/>
                  </a:cubicBezTo>
                  <a:cubicBezTo>
                    <a:pt x="139700" y="635000"/>
                    <a:pt x="165100" y="444500"/>
                    <a:pt x="419100" y="215900"/>
                  </a:cubicBezTo>
                  <a:cubicBezTo>
                    <a:pt x="457200" y="190500"/>
                    <a:pt x="533400" y="88900"/>
                    <a:pt x="901700" y="25400"/>
                  </a:cubicBezTo>
                  <a:cubicBezTo>
                    <a:pt x="927100" y="25400"/>
                    <a:pt x="1270000" y="0"/>
                    <a:pt x="1498600" y="127000"/>
                  </a:cubicBezTo>
                  <a:cubicBezTo>
                    <a:pt x="1549400" y="152400"/>
                    <a:pt x="1701800" y="228600"/>
                    <a:pt x="1790700" y="381000"/>
                  </a:cubicBezTo>
                  <a:cubicBezTo>
                    <a:pt x="1816100" y="419100"/>
                    <a:pt x="1943100" y="558800"/>
                    <a:pt x="1981200" y="825500"/>
                  </a:cubicBezTo>
                  <a:cubicBezTo>
                    <a:pt x="1981200" y="876300"/>
                    <a:pt x="2032000" y="1092200"/>
                    <a:pt x="1892300" y="1333500"/>
                  </a:cubicBezTo>
                  <a:cubicBezTo>
                    <a:pt x="1866900" y="1371600"/>
                    <a:pt x="1790700" y="1524000"/>
                    <a:pt x="1587500" y="1638300"/>
                  </a:cubicBezTo>
                  <a:cubicBezTo>
                    <a:pt x="1536700" y="1663700"/>
                    <a:pt x="1346200" y="1752600"/>
                    <a:pt x="1282700" y="1752600"/>
                  </a:cubicBezTo>
                  <a:cubicBezTo>
                    <a:pt x="1333500" y="1778000"/>
                    <a:pt x="1714500" y="1841500"/>
                    <a:pt x="1917700" y="2146300"/>
                  </a:cubicBezTo>
                  <a:cubicBezTo>
                    <a:pt x="1955800" y="2197100"/>
                    <a:pt x="2209800" y="2565400"/>
                    <a:pt x="1993900" y="3111500"/>
                  </a:cubicBezTo>
                  <a:cubicBezTo>
                    <a:pt x="1968500" y="3175000"/>
                    <a:pt x="1854200" y="3543300"/>
                    <a:pt x="1282700" y="3708400"/>
                  </a:cubicBezTo>
                  <a:cubicBezTo>
                    <a:pt x="1219200" y="3733800"/>
                    <a:pt x="774700" y="3822700"/>
                    <a:pt x="482600" y="3619500"/>
                  </a:cubicBezTo>
                  <a:cubicBezTo>
                    <a:pt x="381000" y="3543300"/>
                    <a:pt x="0" y="3289300"/>
                    <a:pt x="127000" y="2743200"/>
                  </a:cubicBezTo>
                  <a:cubicBezTo>
                    <a:pt x="165100" y="2679700"/>
                    <a:pt x="241300" y="2527300"/>
                    <a:pt x="469900" y="2552700"/>
                  </a:cubicBezTo>
                  <a:cubicBezTo>
                    <a:pt x="533400" y="2565400"/>
                    <a:pt x="660400" y="2578100"/>
                    <a:pt x="723900" y="2794000"/>
                  </a:cubicBezTo>
                  <a:cubicBezTo>
                    <a:pt x="736600" y="2882900"/>
                    <a:pt x="736600" y="2933700"/>
                    <a:pt x="698500" y="3175000"/>
                  </a:cubicBezTo>
                  <a:cubicBezTo>
                    <a:pt x="698500" y="3238500"/>
                    <a:pt x="660400" y="3416300"/>
                    <a:pt x="914400" y="3454400"/>
                  </a:cubicBezTo>
                  <a:cubicBezTo>
                    <a:pt x="977900" y="3441700"/>
                    <a:pt x="1193800" y="3467100"/>
                    <a:pt x="1193800" y="2959100"/>
                  </a:cubicBezTo>
                  <a:cubicBezTo>
                    <a:pt x="1193800" y="2857500"/>
                    <a:pt x="1168400" y="2311400"/>
                    <a:pt x="1168400" y="2311400"/>
                  </a:cubicBezTo>
                  <a:cubicBezTo>
                    <a:pt x="1168400" y="2311400"/>
                    <a:pt x="1143000" y="2120900"/>
                    <a:pt x="1092200" y="2070100"/>
                  </a:cubicBezTo>
                  <a:cubicBezTo>
                    <a:pt x="1041400" y="2019300"/>
                    <a:pt x="1016000" y="1905000"/>
                    <a:pt x="584200" y="1905000"/>
                  </a:cubicBezTo>
                  <a:cubicBezTo>
                    <a:pt x="533400" y="1905000"/>
                    <a:pt x="469900" y="1930400"/>
                    <a:pt x="482600" y="1727200"/>
                  </a:cubicBezTo>
                  <a:cubicBezTo>
                    <a:pt x="495300" y="1663700"/>
                    <a:pt x="495300" y="1612900"/>
                    <a:pt x="609600" y="1612900"/>
                  </a:cubicBezTo>
                  <a:close/>
                </a:path>
              </a:pathLst>
            </a:cu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/>
              <a:endParaRPr lang="zh-CN" altLang="en-US">
                <a:solidFill>
                  <a:schemeClr val="lt1"/>
                </a:solidFill>
              </a:endParaRPr>
            </a:p>
          </p:txBody>
        </p:sp>
      </p:grpSp>
      <p:grpSp>
        <p:nvGrpSpPr>
          <p:cNvPr id="64" name="组合 63"/>
          <p:cNvGrpSpPr>
            <a:grpSpLocks noChangeAspect="1"/>
          </p:cNvGrpSpPr>
          <p:nvPr>
            <p:custDataLst>
              <p:tags r:id="rId14"/>
            </p:custDataLst>
          </p:nvPr>
        </p:nvGrpSpPr>
        <p:grpSpPr>
          <a:xfrm>
            <a:off x="749713" y="3903980"/>
            <a:ext cx="227773" cy="355600"/>
            <a:chOff x="7668902" y="1161573"/>
            <a:chExt cx="1206752" cy="1883981"/>
          </a:xfrm>
        </p:grpSpPr>
        <p:sp>
          <p:nvSpPr>
            <p:cNvPr id="53" name="任意多边形: 形状 52"/>
            <p:cNvSpPr/>
            <p:nvPr>
              <p:custDataLst>
                <p:tags r:id="rId15"/>
              </p:custDataLst>
            </p:nvPr>
          </p:nvSpPr>
          <p:spPr>
            <a:xfrm>
              <a:off x="7668902" y="1266516"/>
              <a:ext cx="1206752" cy="1779038"/>
            </a:xfrm>
            <a:custGeom>
              <a:avLst/>
              <a:gdLst>
                <a:gd name="connsiteX0" fmla="*/ 684478 w 1206752"/>
                <a:gd name="connsiteY0" fmla="*/ 532642 h 1779038"/>
                <a:gd name="connsiteX1" fmla="*/ 202809 w 1206752"/>
                <a:gd name="connsiteY1" fmla="*/ 956302 h 1779038"/>
                <a:gd name="connsiteX2" fmla="*/ 526616 w 1206752"/>
                <a:gd name="connsiteY2" fmla="*/ 1054277 h 1779038"/>
                <a:gd name="connsiteX3" fmla="*/ 1083331 w 1206752"/>
                <a:gd name="connsiteY3" fmla="*/ 1242 h 1779038"/>
                <a:gd name="connsiteX4" fmla="*/ 1159694 w 1206752"/>
                <a:gd name="connsiteY4" fmla="*/ 21907 h 1779038"/>
                <a:gd name="connsiteX5" fmla="*/ 1206426 w 1206752"/>
                <a:gd name="connsiteY5" fmla="*/ 62249 h 1779038"/>
                <a:gd name="connsiteX6" fmla="*/ 879801 w 1206752"/>
                <a:gd name="connsiteY6" fmla="*/ 1141478 h 1779038"/>
                <a:gd name="connsiteX7" fmla="*/ 987737 w 1206752"/>
                <a:gd name="connsiteY7" fmla="*/ 1174115 h 1779038"/>
                <a:gd name="connsiteX8" fmla="*/ 1010977 w 1206752"/>
                <a:gd name="connsiteY8" fmla="*/ 1226987 h 1779038"/>
                <a:gd name="connsiteX9" fmla="*/ 978340 w 1206752"/>
                <a:gd name="connsiteY9" fmla="*/ 1334922 h 1779038"/>
                <a:gd name="connsiteX10" fmla="*/ 954911 w 1206752"/>
                <a:gd name="connsiteY10" fmla="*/ 1347451 h 1779038"/>
                <a:gd name="connsiteX11" fmla="*/ 930919 w 1206752"/>
                <a:gd name="connsiteY11" fmla="*/ 1340184 h 1779038"/>
                <a:gd name="connsiteX12" fmla="*/ 828997 w 1206752"/>
                <a:gd name="connsiteY12" fmla="*/ 1309363 h 1779038"/>
                <a:gd name="connsiteX13" fmla="*/ 767293 w 1206752"/>
                <a:gd name="connsiteY13" fmla="*/ 1513207 h 1779038"/>
                <a:gd name="connsiteX14" fmla="*/ 766604 w 1206752"/>
                <a:gd name="connsiteY14" fmla="*/ 1558811 h 1779038"/>
                <a:gd name="connsiteX15" fmla="*/ 789845 w 1206752"/>
                <a:gd name="connsiteY15" fmla="*/ 1611683 h 1779038"/>
                <a:gd name="connsiteX16" fmla="*/ 805130 w 1206752"/>
                <a:gd name="connsiteY16" fmla="*/ 1734152 h 1779038"/>
                <a:gd name="connsiteX17" fmla="*/ 772618 w 1206752"/>
                <a:gd name="connsiteY17" fmla="*/ 1776687 h 1779038"/>
                <a:gd name="connsiteX18" fmla="*/ 280989 w 1206752"/>
                <a:gd name="connsiteY18" fmla="*/ 1627908 h 1779038"/>
                <a:gd name="connsiteX19" fmla="*/ 268523 w 1206752"/>
                <a:gd name="connsiteY19" fmla="*/ 1538891 h 1779038"/>
                <a:gd name="connsiteX20" fmla="*/ 347892 w 1206752"/>
                <a:gd name="connsiteY20" fmla="*/ 1471298 h 1779038"/>
                <a:gd name="connsiteX21" fmla="*/ 378587 w 1206752"/>
                <a:gd name="connsiteY21" fmla="*/ 1434776 h 1779038"/>
                <a:gd name="connsiteX22" fmla="*/ 451192 w 1206752"/>
                <a:gd name="connsiteY22" fmla="*/ 1194976 h 1779038"/>
                <a:gd name="connsiteX23" fmla="*/ 31478 w 1206752"/>
                <a:gd name="connsiteY23" fmla="*/ 1067934 h 1779038"/>
                <a:gd name="connsiteX24" fmla="*/ 4604 w 1206752"/>
                <a:gd name="connsiteY24" fmla="*/ 1027090 h 1779038"/>
                <a:gd name="connsiteX25" fmla="*/ 59042 w 1206752"/>
                <a:gd name="connsiteY25" fmla="*/ 847240 h 1779038"/>
                <a:gd name="connsiteX26" fmla="*/ 618263 w 1206752"/>
                <a:gd name="connsiteY26" fmla="*/ 362000 h 1779038"/>
                <a:gd name="connsiteX27" fmla="*/ 1010914 w 1206752"/>
                <a:gd name="connsiteY27" fmla="*/ 16143 h 1779038"/>
                <a:gd name="connsiteX28" fmla="*/ 1083331 w 1206752"/>
                <a:gd name="connsiteY28" fmla="*/ 1242 h 17790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1206752" h="1779038">
                  <a:moveTo>
                    <a:pt x="684478" y="532642"/>
                  </a:moveTo>
                  <a:lnTo>
                    <a:pt x="202809" y="956302"/>
                  </a:lnTo>
                  <a:lnTo>
                    <a:pt x="526616" y="1054277"/>
                  </a:lnTo>
                  <a:close/>
                  <a:moveTo>
                    <a:pt x="1083331" y="1242"/>
                  </a:moveTo>
                  <a:cubicBezTo>
                    <a:pt x="1107699" y="4523"/>
                    <a:pt x="1132726" y="13732"/>
                    <a:pt x="1159694" y="21907"/>
                  </a:cubicBezTo>
                  <a:cubicBezTo>
                    <a:pt x="1213692" y="38257"/>
                    <a:pt x="1206426" y="62249"/>
                    <a:pt x="1206426" y="62249"/>
                  </a:cubicBezTo>
                  <a:lnTo>
                    <a:pt x="879801" y="1141478"/>
                  </a:lnTo>
                  <a:cubicBezTo>
                    <a:pt x="879801" y="1141478"/>
                    <a:pt x="951778" y="1163218"/>
                    <a:pt x="987737" y="1174115"/>
                  </a:cubicBezTo>
                  <a:cubicBezTo>
                    <a:pt x="1023694" y="1185015"/>
                    <a:pt x="1010977" y="1226987"/>
                    <a:pt x="1010977" y="1226987"/>
                  </a:cubicBezTo>
                  <a:cubicBezTo>
                    <a:pt x="1010977" y="1226987"/>
                    <a:pt x="985607" y="1310930"/>
                    <a:pt x="978340" y="1334922"/>
                  </a:cubicBezTo>
                  <a:cubicBezTo>
                    <a:pt x="966876" y="1351084"/>
                    <a:pt x="954911" y="1347451"/>
                    <a:pt x="954911" y="1347451"/>
                  </a:cubicBezTo>
                  <a:lnTo>
                    <a:pt x="930919" y="1340184"/>
                  </a:lnTo>
                  <a:lnTo>
                    <a:pt x="828997" y="1309363"/>
                  </a:lnTo>
                  <a:lnTo>
                    <a:pt x="767293" y="1513207"/>
                  </a:lnTo>
                  <a:cubicBezTo>
                    <a:pt x="767293" y="1513207"/>
                    <a:pt x="764223" y="1545030"/>
                    <a:pt x="766604" y="1558811"/>
                  </a:cubicBezTo>
                  <a:cubicBezTo>
                    <a:pt x="769485" y="1592451"/>
                    <a:pt x="789845" y="1611683"/>
                    <a:pt x="789845" y="1611683"/>
                  </a:cubicBezTo>
                  <a:cubicBezTo>
                    <a:pt x="834134" y="1638244"/>
                    <a:pt x="823296" y="1674201"/>
                    <a:pt x="805130" y="1734152"/>
                  </a:cubicBezTo>
                  <a:cubicBezTo>
                    <a:pt x="786963" y="1794102"/>
                    <a:pt x="772618" y="1776687"/>
                    <a:pt x="772618" y="1776687"/>
                  </a:cubicBezTo>
                  <a:lnTo>
                    <a:pt x="280989" y="1627908"/>
                  </a:lnTo>
                  <a:cubicBezTo>
                    <a:pt x="233004" y="1613374"/>
                    <a:pt x="254115" y="1587064"/>
                    <a:pt x="268523" y="1538891"/>
                  </a:cubicBezTo>
                  <a:cubicBezTo>
                    <a:pt x="283056" y="1490968"/>
                    <a:pt x="318450" y="1482010"/>
                    <a:pt x="347892" y="1471298"/>
                  </a:cubicBezTo>
                  <a:cubicBezTo>
                    <a:pt x="377335" y="1460586"/>
                    <a:pt x="378587" y="1434776"/>
                    <a:pt x="378587" y="1434776"/>
                  </a:cubicBezTo>
                  <a:lnTo>
                    <a:pt x="451192" y="1194976"/>
                  </a:lnTo>
                  <a:cubicBezTo>
                    <a:pt x="451192" y="1194976"/>
                    <a:pt x="79463" y="1082467"/>
                    <a:pt x="31478" y="1067934"/>
                  </a:cubicBezTo>
                  <a:cubicBezTo>
                    <a:pt x="-16445" y="1053463"/>
                    <a:pt x="4604" y="1027090"/>
                    <a:pt x="4604" y="1027090"/>
                  </a:cubicBezTo>
                  <a:lnTo>
                    <a:pt x="59042" y="847240"/>
                  </a:lnTo>
                  <a:lnTo>
                    <a:pt x="618263" y="362000"/>
                  </a:lnTo>
                  <a:cubicBezTo>
                    <a:pt x="618263" y="362000"/>
                    <a:pt x="964620" y="61059"/>
                    <a:pt x="1010914" y="16143"/>
                  </a:cubicBezTo>
                  <a:cubicBezTo>
                    <a:pt x="1035251" y="608"/>
                    <a:pt x="1058962" y="-2039"/>
                    <a:pt x="1083331" y="1242"/>
                  </a:cubicBezTo>
                  <a:close/>
                </a:path>
              </a:pathLst>
            </a:custGeom>
            <a:solidFill>
              <a:schemeClr val="lt1">
                <a:lumMod val="85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defTabSz="914400"/>
              <a:endParaRPr lang="zh-CN" altLang="en-US">
                <a:solidFill>
                  <a:schemeClr val="lt1"/>
                </a:solidFill>
              </a:endParaRPr>
            </a:p>
          </p:txBody>
        </p:sp>
        <p:sp>
          <p:nvSpPr>
            <p:cNvPr id="52" name="任意多边形: 形状 51"/>
            <p:cNvSpPr/>
            <p:nvPr>
              <p:custDataLst>
                <p:tags r:id="rId16"/>
              </p:custDataLst>
            </p:nvPr>
          </p:nvSpPr>
          <p:spPr>
            <a:xfrm>
              <a:off x="7709950" y="1161573"/>
              <a:ext cx="1022488" cy="1792947"/>
            </a:xfrm>
            <a:custGeom>
              <a:avLst/>
              <a:gdLst>
                <a:gd name="connsiteX0" fmla="*/ 508808 w 1022488"/>
                <a:gd name="connsiteY0" fmla="*/ 626749 h 1792947"/>
                <a:gd name="connsiteX1" fmla="*/ 170531 w 1022488"/>
                <a:gd name="connsiteY1" fmla="*/ 1171751 h 1792947"/>
                <a:gd name="connsiteX2" fmla="*/ 508808 w 1022488"/>
                <a:gd name="connsiteY2" fmla="*/ 1171751 h 1792947"/>
                <a:gd name="connsiteX3" fmla="*/ 815763 w 1022488"/>
                <a:gd name="connsiteY3" fmla="*/ 310 h 1792947"/>
                <a:gd name="connsiteX4" fmla="*/ 872142 w 1022488"/>
                <a:gd name="connsiteY4" fmla="*/ 25368 h 1792947"/>
                <a:gd name="connsiteX5" fmla="*/ 872142 w 1022488"/>
                <a:gd name="connsiteY5" fmla="*/ 1152958 h 1792947"/>
                <a:gd name="connsiteX6" fmla="*/ 984901 w 1022488"/>
                <a:gd name="connsiteY6" fmla="*/ 1152958 h 1792947"/>
                <a:gd name="connsiteX7" fmla="*/ 1022488 w 1022488"/>
                <a:gd name="connsiteY7" fmla="*/ 1196808 h 1792947"/>
                <a:gd name="connsiteX8" fmla="*/ 1022488 w 1022488"/>
                <a:gd name="connsiteY8" fmla="*/ 1309567 h 1792947"/>
                <a:gd name="connsiteX9" fmla="*/ 1003694 w 1022488"/>
                <a:gd name="connsiteY9" fmla="*/ 1328360 h 1792947"/>
                <a:gd name="connsiteX10" fmla="*/ 978637 w 1022488"/>
                <a:gd name="connsiteY10" fmla="*/ 1328360 h 1792947"/>
                <a:gd name="connsiteX11" fmla="*/ 872142 w 1022488"/>
                <a:gd name="connsiteY11" fmla="*/ 1328360 h 1792947"/>
                <a:gd name="connsiteX12" fmla="*/ 872142 w 1022488"/>
                <a:gd name="connsiteY12" fmla="*/ 1541349 h 1792947"/>
                <a:gd name="connsiteX13" fmla="*/ 884671 w 1022488"/>
                <a:gd name="connsiteY13" fmla="*/ 1585200 h 1792947"/>
                <a:gd name="connsiteX14" fmla="*/ 922257 w 1022488"/>
                <a:gd name="connsiteY14" fmla="*/ 1629051 h 1792947"/>
                <a:gd name="connsiteX15" fmla="*/ 972372 w 1022488"/>
                <a:gd name="connsiteY15" fmla="*/ 1741810 h 1792947"/>
                <a:gd name="connsiteX16" fmla="*/ 953579 w 1022488"/>
                <a:gd name="connsiteY16" fmla="*/ 1791925 h 1792947"/>
                <a:gd name="connsiteX17" fmla="*/ 439900 w 1022488"/>
                <a:gd name="connsiteY17" fmla="*/ 1791925 h 1792947"/>
                <a:gd name="connsiteX18" fmla="*/ 402314 w 1022488"/>
                <a:gd name="connsiteY18" fmla="*/ 1710488 h 1792947"/>
                <a:gd name="connsiteX19" fmla="*/ 458693 w 1022488"/>
                <a:gd name="connsiteY19" fmla="*/ 1622787 h 1792947"/>
                <a:gd name="connsiteX20" fmla="*/ 477486 w 1022488"/>
                <a:gd name="connsiteY20" fmla="*/ 1578936 h 1792947"/>
                <a:gd name="connsiteX21" fmla="*/ 477486 w 1022488"/>
                <a:gd name="connsiteY21" fmla="*/ 1328360 h 1792947"/>
                <a:gd name="connsiteX22" fmla="*/ 38979 w 1022488"/>
                <a:gd name="connsiteY22" fmla="*/ 1328360 h 1792947"/>
                <a:gd name="connsiteX23" fmla="*/ 1393 w 1022488"/>
                <a:gd name="connsiteY23" fmla="*/ 1297038 h 1792947"/>
                <a:gd name="connsiteX24" fmla="*/ 1393 w 1022488"/>
                <a:gd name="connsiteY24" fmla="*/ 1109107 h 1792947"/>
                <a:gd name="connsiteX25" fmla="*/ 396049 w 1022488"/>
                <a:gd name="connsiteY25" fmla="*/ 482668 h 1792947"/>
                <a:gd name="connsiteX26" fmla="*/ 671682 w 1022488"/>
                <a:gd name="connsiteY26" fmla="*/ 37897 h 1792947"/>
                <a:gd name="connsiteX27" fmla="*/ 815763 w 1022488"/>
                <a:gd name="connsiteY27" fmla="*/ 310 h 179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1022488" h="1792947">
                  <a:moveTo>
                    <a:pt x="508808" y="626749"/>
                  </a:moveTo>
                  <a:lnTo>
                    <a:pt x="170531" y="1171751"/>
                  </a:lnTo>
                  <a:lnTo>
                    <a:pt x="508808" y="1171751"/>
                  </a:lnTo>
                  <a:close/>
                  <a:moveTo>
                    <a:pt x="815763" y="310"/>
                  </a:moveTo>
                  <a:cubicBezTo>
                    <a:pt x="872142" y="310"/>
                    <a:pt x="872142" y="25368"/>
                    <a:pt x="872142" y="25368"/>
                  </a:cubicBezTo>
                  <a:lnTo>
                    <a:pt x="872142" y="1152958"/>
                  </a:lnTo>
                  <a:cubicBezTo>
                    <a:pt x="872142" y="1152958"/>
                    <a:pt x="947315" y="1152958"/>
                    <a:pt x="984901" y="1152958"/>
                  </a:cubicBezTo>
                  <a:cubicBezTo>
                    <a:pt x="1022488" y="1152958"/>
                    <a:pt x="1022488" y="1196808"/>
                    <a:pt x="1022488" y="1196808"/>
                  </a:cubicBezTo>
                  <a:cubicBezTo>
                    <a:pt x="1022488" y="1196808"/>
                    <a:pt x="1022488" y="1284510"/>
                    <a:pt x="1022488" y="1309567"/>
                  </a:cubicBezTo>
                  <a:cubicBezTo>
                    <a:pt x="1016223" y="1328360"/>
                    <a:pt x="1003694" y="1328360"/>
                    <a:pt x="1003694" y="1328360"/>
                  </a:cubicBezTo>
                  <a:lnTo>
                    <a:pt x="978637" y="1328360"/>
                  </a:lnTo>
                  <a:lnTo>
                    <a:pt x="872142" y="1328360"/>
                  </a:lnTo>
                  <a:lnTo>
                    <a:pt x="872142" y="1541349"/>
                  </a:lnTo>
                  <a:cubicBezTo>
                    <a:pt x="872142" y="1541349"/>
                    <a:pt x="878407" y="1572671"/>
                    <a:pt x="884671" y="1585200"/>
                  </a:cubicBezTo>
                  <a:cubicBezTo>
                    <a:pt x="897200" y="1616522"/>
                    <a:pt x="922257" y="1629051"/>
                    <a:pt x="922257" y="1629051"/>
                  </a:cubicBezTo>
                  <a:cubicBezTo>
                    <a:pt x="972372" y="1641580"/>
                    <a:pt x="972372" y="1679166"/>
                    <a:pt x="972372" y="1741810"/>
                  </a:cubicBezTo>
                  <a:cubicBezTo>
                    <a:pt x="972372" y="1804454"/>
                    <a:pt x="953579" y="1791925"/>
                    <a:pt x="953579" y="1791925"/>
                  </a:cubicBezTo>
                  <a:lnTo>
                    <a:pt x="439900" y="1791925"/>
                  </a:lnTo>
                  <a:cubicBezTo>
                    <a:pt x="389785" y="1791925"/>
                    <a:pt x="402314" y="1760603"/>
                    <a:pt x="402314" y="1710488"/>
                  </a:cubicBezTo>
                  <a:cubicBezTo>
                    <a:pt x="402314" y="1660373"/>
                    <a:pt x="433636" y="1641580"/>
                    <a:pt x="458693" y="1622787"/>
                  </a:cubicBezTo>
                  <a:cubicBezTo>
                    <a:pt x="483751" y="1603993"/>
                    <a:pt x="477486" y="1578936"/>
                    <a:pt x="477486" y="1578936"/>
                  </a:cubicBezTo>
                  <a:lnTo>
                    <a:pt x="477486" y="1328360"/>
                  </a:lnTo>
                  <a:cubicBezTo>
                    <a:pt x="477486" y="1328360"/>
                    <a:pt x="89094" y="1328360"/>
                    <a:pt x="38979" y="1328360"/>
                  </a:cubicBezTo>
                  <a:cubicBezTo>
                    <a:pt x="-11136" y="1328360"/>
                    <a:pt x="1393" y="1297038"/>
                    <a:pt x="1393" y="1297038"/>
                  </a:cubicBezTo>
                  <a:lnTo>
                    <a:pt x="1393" y="1109107"/>
                  </a:lnTo>
                  <a:lnTo>
                    <a:pt x="396049" y="482668"/>
                  </a:lnTo>
                  <a:cubicBezTo>
                    <a:pt x="396049" y="482668"/>
                    <a:pt x="640360" y="94276"/>
                    <a:pt x="671682" y="37897"/>
                  </a:cubicBezTo>
                  <a:cubicBezTo>
                    <a:pt x="709268" y="-5954"/>
                    <a:pt x="759383" y="310"/>
                    <a:pt x="815763" y="310"/>
                  </a:cubicBezTo>
                  <a:close/>
                </a:path>
              </a:pathLst>
            </a:cu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defTabSz="914400"/>
              <a:endParaRPr lang="zh-CN" altLang="en-US">
                <a:solidFill>
                  <a:schemeClr val="lt1"/>
                </a:solidFill>
              </a:endParaRPr>
            </a:p>
          </p:txBody>
        </p:sp>
      </p:grpSp>
      <p:grpSp>
        <p:nvGrpSpPr>
          <p:cNvPr id="65" name="组合 64"/>
          <p:cNvGrpSpPr>
            <a:grpSpLocks noChangeAspect="1"/>
          </p:cNvGrpSpPr>
          <p:nvPr>
            <p:custDataLst>
              <p:tags r:id="rId17"/>
            </p:custDataLst>
          </p:nvPr>
        </p:nvGrpSpPr>
        <p:grpSpPr>
          <a:xfrm>
            <a:off x="743616" y="4558030"/>
            <a:ext cx="239969" cy="355600"/>
            <a:chOff x="9783752" y="1155618"/>
            <a:chExt cx="1285548" cy="1905000"/>
          </a:xfrm>
        </p:grpSpPr>
        <p:sp>
          <p:nvSpPr>
            <p:cNvPr id="20" name="任意多边形: 形状 19"/>
            <p:cNvSpPr/>
            <p:nvPr>
              <p:custDataLst>
                <p:tags r:id="rId18"/>
              </p:custDataLst>
            </p:nvPr>
          </p:nvSpPr>
          <p:spPr>
            <a:xfrm>
              <a:off x="9783752" y="1155618"/>
              <a:ext cx="1285548" cy="1876347"/>
            </a:xfrm>
            <a:custGeom>
              <a:avLst/>
              <a:gdLst/>
              <a:ahLst/>
              <a:cxnLst/>
              <a:rect l="0" t="0" r="0" b="0"/>
              <a:pathLst>
                <a:path w="2541271" h="3709164">
                  <a:moveTo>
                    <a:pt x="1106424" y="11811"/>
                  </a:moveTo>
                  <a:lnTo>
                    <a:pt x="460756" y="1740154"/>
                  </a:lnTo>
                  <a:cubicBezTo>
                    <a:pt x="460756" y="1740154"/>
                    <a:pt x="406908" y="1829943"/>
                    <a:pt x="544195" y="1858518"/>
                  </a:cubicBezTo>
                  <a:cubicBezTo>
                    <a:pt x="604901" y="1877060"/>
                    <a:pt x="698500" y="1918716"/>
                    <a:pt x="756031" y="1816862"/>
                  </a:cubicBezTo>
                  <a:cubicBezTo>
                    <a:pt x="779272" y="1784096"/>
                    <a:pt x="922401" y="1575435"/>
                    <a:pt x="1087755" y="1599184"/>
                  </a:cubicBezTo>
                  <a:cubicBezTo>
                    <a:pt x="1112012" y="1606550"/>
                    <a:pt x="1236218" y="1591310"/>
                    <a:pt x="1324356" y="1737614"/>
                  </a:cubicBezTo>
                  <a:cubicBezTo>
                    <a:pt x="1332865" y="1753489"/>
                    <a:pt x="1358138" y="1800987"/>
                    <a:pt x="1349121" y="1917700"/>
                  </a:cubicBezTo>
                  <a:cubicBezTo>
                    <a:pt x="1340104" y="2034413"/>
                    <a:pt x="1323721" y="2175510"/>
                    <a:pt x="1285748" y="2256790"/>
                  </a:cubicBezTo>
                  <a:cubicBezTo>
                    <a:pt x="1256157" y="2353945"/>
                    <a:pt x="1160018" y="2669921"/>
                    <a:pt x="1160018" y="2669921"/>
                  </a:cubicBezTo>
                  <a:lnTo>
                    <a:pt x="1026922" y="3107309"/>
                  </a:lnTo>
                  <a:cubicBezTo>
                    <a:pt x="1026922" y="3107309"/>
                    <a:pt x="983615" y="3293237"/>
                    <a:pt x="864235" y="3336544"/>
                  </a:cubicBezTo>
                  <a:cubicBezTo>
                    <a:pt x="820420" y="3349752"/>
                    <a:pt x="632841" y="3398901"/>
                    <a:pt x="524003" y="3233039"/>
                  </a:cubicBezTo>
                  <a:cubicBezTo>
                    <a:pt x="506095" y="3161157"/>
                    <a:pt x="461138" y="3134233"/>
                    <a:pt x="553085" y="2963164"/>
                  </a:cubicBezTo>
                  <a:cubicBezTo>
                    <a:pt x="645034" y="2791968"/>
                    <a:pt x="675640" y="2734945"/>
                    <a:pt x="660400" y="2610866"/>
                  </a:cubicBezTo>
                  <a:cubicBezTo>
                    <a:pt x="645033" y="2486787"/>
                    <a:pt x="570103" y="2384298"/>
                    <a:pt x="444881" y="2359407"/>
                  </a:cubicBezTo>
                  <a:cubicBezTo>
                    <a:pt x="319659" y="2334515"/>
                    <a:pt x="247904" y="2352548"/>
                    <a:pt x="157480" y="2431289"/>
                  </a:cubicBezTo>
                  <a:cubicBezTo>
                    <a:pt x="118364" y="2472436"/>
                    <a:pt x="1143" y="2596135"/>
                    <a:pt x="0" y="2861310"/>
                  </a:cubicBezTo>
                  <a:cubicBezTo>
                    <a:pt x="2159" y="2941574"/>
                    <a:pt x="20066" y="3013457"/>
                    <a:pt x="20066" y="3013457"/>
                  </a:cubicBezTo>
                  <a:cubicBezTo>
                    <a:pt x="20066" y="3013457"/>
                    <a:pt x="74931" y="3269108"/>
                    <a:pt x="207010" y="3402204"/>
                  </a:cubicBezTo>
                  <a:cubicBezTo>
                    <a:pt x="236093" y="3437637"/>
                    <a:pt x="380238" y="3574416"/>
                    <a:pt x="639065" y="3639948"/>
                  </a:cubicBezTo>
                  <a:cubicBezTo>
                    <a:pt x="724154" y="3665856"/>
                    <a:pt x="910082" y="3709163"/>
                    <a:pt x="1106044" y="3675889"/>
                  </a:cubicBezTo>
                  <a:cubicBezTo>
                    <a:pt x="1302005" y="3642615"/>
                    <a:pt x="1504316" y="3544952"/>
                    <a:pt x="1630045" y="3437129"/>
                  </a:cubicBezTo>
                  <a:cubicBezTo>
                    <a:pt x="1755775" y="3329433"/>
                    <a:pt x="1919605" y="3140330"/>
                    <a:pt x="1990853" y="2949576"/>
                  </a:cubicBezTo>
                  <a:cubicBezTo>
                    <a:pt x="2062226" y="2758822"/>
                    <a:pt x="2117599" y="2576577"/>
                    <a:pt x="2117091" y="2403857"/>
                  </a:cubicBezTo>
                  <a:cubicBezTo>
                    <a:pt x="2116578" y="2231136"/>
                    <a:pt x="2117599" y="1965960"/>
                    <a:pt x="1913256" y="1678052"/>
                  </a:cubicBezTo>
                  <a:cubicBezTo>
                    <a:pt x="1846708" y="1591437"/>
                    <a:pt x="1738885" y="1465708"/>
                    <a:pt x="1466851" y="1356361"/>
                  </a:cubicBezTo>
                  <a:cubicBezTo>
                    <a:pt x="1406145" y="1337818"/>
                    <a:pt x="1220217" y="1294512"/>
                    <a:pt x="1096011" y="1309879"/>
                  </a:cubicBezTo>
                  <a:cubicBezTo>
                    <a:pt x="971932" y="1325246"/>
                    <a:pt x="927990" y="1338454"/>
                    <a:pt x="927990" y="1338454"/>
                  </a:cubicBezTo>
                  <a:lnTo>
                    <a:pt x="1160400" y="705612"/>
                  </a:lnTo>
                  <a:lnTo>
                    <a:pt x="2132331" y="1001523"/>
                  </a:lnTo>
                  <a:lnTo>
                    <a:pt x="2193037" y="1020065"/>
                  </a:lnTo>
                  <a:cubicBezTo>
                    <a:pt x="2193037" y="1020065"/>
                    <a:pt x="2250060" y="1050672"/>
                    <a:pt x="2288160" y="969392"/>
                  </a:cubicBezTo>
                  <a:cubicBezTo>
                    <a:pt x="2291843" y="957199"/>
                    <a:pt x="2514347" y="401067"/>
                    <a:pt x="2514347" y="401067"/>
                  </a:cubicBezTo>
                  <a:cubicBezTo>
                    <a:pt x="2514347" y="401067"/>
                    <a:pt x="2541270" y="356109"/>
                    <a:pt x="2431924" y="322835"/>
                  </a:cubicBezTo>
                  <a:cubicBezTo>
                    <a:pt x="2322577" y="289560"/>
                    <a:pt x="2302003" y="270002"/>
                    <a:pt x="2219072" y="324358"/>
                  </a:cubicBezTo>
                  <a:cubicBezTo>
                    <a:pt x="2191131" y="329057"/>
                    <a:pt x="2191131" y="329057"/>
                    <a:pt x="2057400" y="288417"/>
                  </a:cubicBezTo>
                  <a:cubicBezTo>
                    <a:pt x="1923797" y="247777"/>
                    <a:pt x="1231265" y="36957"/>
                    <a:pt x="1231265" y="36957"/>
                  </a:cubicBezTo>
                  <a:lnTo>
                    <a:pt x="1109726" y="0"/>
                  </a:lnTo>
                  <a:close/>
                </a:path>
              </a:pathLst>
            </a:custGeom>
            <a:solidFill>
              <a:schemeClr val="lt1">
                <a:lumMod val="85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/>
              <a:endParaRPr lang="zh-CN" altLang="en-US">
                <a:solidFill>
                  <a:schemeClr val="lt1"/>
                </a:solidFill>
              </a:endParaRPr>
            </a:p>
          </p:txBody>
        </p:sp>
        <p:sp>
          <p:nvSpPr>
            <p:cNvPr id="21" name="任意多边形: 形状 20"/>
            <p:cNvSpPr/>
            <p:nvPr>
              <p:custDataLst>
                <p:tags r:id="rId19"/>
              </p:custDataLst>
            </p:nvPr>
          </p:nvSpPr>
          <p:spPr>
            <a:xfrm>
              <a:off x="9811442" y="1178232"/>
              <a:ext cx="1021507" cy="1882386"/>
            </a:xfrm>
            <a:custGeom>
              <a:avLst/>
              <a:gdLst/>
              <a:ahLst/>
              <a:cxnLst/>
              <a:rect l="0" t="0" r="0" b="0"/>
              <a:pathLst>
                <a:path w="2019314" h="3721101">
                  <a:moveTo>
                    <a:pt x="304800" y="101600"/>
                  </a:moveTo>
                  <a:lnTo>
                    <a:pt x="190500" y="1943100"/>
                  </a:lnTo>
                  <a:cubicBezTo>
                    <a:pt x="190500" y="1943100"/>
                    <a:pt x="165100" y="2044700"/>
                    <a:pt x="304800" y="2032000"/>
                  </a:cubicBezTo>
                  <a:cubicBezTo>
                    <a:pt x="368300" y="2032000"/>
                    <a:pt x="469900" y="2044700"/>
                    <a:pt x="495300" y="1930400"/>
                  </a:cubicBezTo>
                  <a:cubicBezTo>
                    <a:pt x="508000" y="1892300"/>
                    <a:pt x="584200" y="1651000"/>
                    <a:pt x="749300" y="1625600"/>
                  </a:cubicBezTo>
                  <a:cubicBezTo>
                    <a:pt x="774700" y="1625600"/>
                    <a:pt x="889000" y="1574800"/>
                    <a:pt x="1016000" y="1689100"/>
                  </a:cubicBezTo>
                  <a:cubicBezTo>
                    <a:pt x="1028700" y="1701800"/>
                    <a:pt x="1066800" y="1739900"/>
                    <a:pt x="1092200" y="1854200"/>
                  </a:cubicBezTo>
                  <a:cubicBezTo>
                    <a:pt x="1117602" y="1968500"/>
                    <a:pt x="1143000" y="2108200"/>
                    <a:pt x="1130300" y="2197100"/>
                  </a:cubicBezTo>
                  <a:cubicBezTo>
                    <a:pt x="1130300" y="2298700"/>
                    <a:pt x="1130300" y="2628900"/>
                    <a:pt x="1130300" y="2628900"/>
                  </a:cubicBezTo>
                  <a:lnTo>
                    <a:pt x="1130300" y="3086100"/>
                  </a:lnTo>
                  <a:cubicBezTo>
                    <a:pt x="1130300" y="3086100"/>
                    <a:pt x="1143000" y="3276600"/>
                    <a:pt x="1041400" y="3352800"/>
                  </a:cubicBezTo>
                  <a:cubicBezTo>
                    <a:pt x="1003300" y="3378200"/>
                    <a:pt x="838200" y="3479800"/>
                    <a:pt x="685800" y="3352800"/>
                  </a:cubicBezTo>
                  <a:cubicBezTo>
                    <a:pt x="647700" y="3289300"/>
                    <a:pt x="596900" y="3276600"/>
                    <a:pt x="635000" y="3086100"/>
                  </a:cubicBezTo>
                  <a:cubicBezTo>
                    <a:pt x="673100" y="2895600"/>
                    <a:pt x="685800" y="2832100"/>
                    <a:pt x="635000" y="2717800"/>
                  </a:cubicBezTo>
                  <a:cubicBezTo>
                    <a:pt x="584205" y="2603498"/>
                    <a:pt x="482600" y="2527300"/>
                    <a:pt x="355600" y="2540000"/>
                  </a:cubicBezTo>
                  <a:cubicBezTo>
                    <a:pt x="228600" y="2552699"/>
                    <a:pt x="165100" y="2590800"/>
                    <a:pt x="101600" y="2692400"/>
                  </a:cubicBezTo>
                  <a:cubicBezTo>
                    <a:pt x="76200" y="2743200"/>
                    <a:pt x="0" y="2895600"/>
                    <a:pt x="76200" y="3149600"/>
                  </a:cubicBezTo>
                  <a:cubicBezTo>
                    <a:pt x="101600" y="3225800"/>
                    <a:pt x="139700" y="3289300"/>
                    <a:pt x="139700" y="3289300"/>
                  </a:cubicBezTo>
                  <a:cubicBezTo>
                    <a:pt x="139700" y="3289300"/>
                    <a:pt x="266700" y="3517900"/>
                    <a:pt x="431800" y="3606800"/>
                  </a:cubicBezTo>
                  <a:cubicBezTo>
                    <a:pt x="469900" y="3632200"/>
                    <a:pt x="647700" y="3721100"/>
                    <a:pt x="914400" y="3708400"/>
                  </a:cubicBezTo>
                  <a:cubicBezTo>
                    <a:pt x="1003300" y="3708400"/>
                    <a:pt x="1193800" y="3695700"/>
                    <a:pt x="1371600" y="3606800"/>
                  </a:cubicBezTo>
                  <a:cubicBezTo>
                    <a:pt x="1549392" y="3517884"/>
                    <a:pt x="1714500" y="3365500"/>
                    <a:pt x="1803400" y="3225800"/>
                  </a:cubicBezTo>
                  <a:cubicBezTo>
                    <a:pt x="1892297" y="3086098"/>
                    <a:pt x="1993900" y="2857500"/>
                    <a:pt x="2006600" y="2654300"/>
                  </a:cubicBezTo>
                  <a:cubicBezTo>
                    <a:pt x="2019313" y="2451101"/>
                    <a:pt x="2019300" y="2260600"/>
                    <a:pt x="1968500" y="2095500"/>
                  </a:cubicBezTo>
                  <a:cubicBezTo>
                    <a:pt x="1917708" y="1930398"/>
                    <a:pt x="1841500" y="1676400"/>
                    <a:pt x="1562100" y="1460500"/>
                  </a:cubicBezTo>
                  <a:cubicBezTo>
                    <a:pt x="1473200" y="1397000"/>
                    <a:pt x="1333500" y="1308100"/>
                    <a:pt x="1041400" y="1282700"/>
                  </a:cubicBezTo>
                  <a:cubicBezTo>
                    <a:pt x="977900" y="1282700"/>
                    <a:pt x="787400" y="1295400"/>
                    <a:pt x="673100" y="1346200"/>
                  </a:cubicBezTo>
                  <a:cubicBezTo>
                    <a:pt x="558798" y="1396995"/>
                    <a:pt x="520700" y="1422400"/>
                    <a:pt x="520700" y="1422400"/>
                  </a:cubicBezTo>
                  <a:lnTo>
                    <a:pt x="558800" y="749300"/>
                  </a:lnTo>
                  <a:lnTo>
                    <a:pt x="1574800" y="749300"/>
                  </a:lnTo>
                  <a:lnTo>
                    <a:pt x="1638300" y="749300"/>
                  </a:lnTo>
                  <a:cubicBezTo>
                    <a:pt x="1638300" y="749300"/>
                    <a:pt x="1701800" y="762000"/>
                    <a:pt x="1714500" y="673100"/>
                  </a:cubicBezTo>
                  <a:cubicBezTo>
                    <a:pt x="1714500" y="660400"/>
                    <a:pt x="1765300" y="63500"/>
                    <a:pt x="1765300" y="63500"/>
                  </a:cubicBezTo>
                  <a:cubicBezTo>
                    <a:pt x="1765300" y="63500"/>
                    <a:pt x="1778000" y="12700"/>
                    <a:pt x="1663700" y="12700"/>
                  </a:cubicBezTo>
                  <a:cubicBezTo>
                    <a:pt x="1549400" y="12700"/>
                    <a:pt x="1524000" y="0"/>
                    <a:pt x="1460500" y="76200"/>
                  </a:cubicBezTo>
                  <a:cubicBezTo>
                    <a:pt x="1435100" y="88900"/>
                    <a:pt x="1435100" y="88900"/>
                    <a:pt x="1295400" y="88900"/>
                  </a:cubicBezTo>
                  <a:cubicBezTo>
                    <a:pt x="1155700" y="88900"/>
                    <a:pt x="431800" y="88900"/>
                    <a:pt x="431800" y="88900"/>
                  </a:cubicBezTo>
                  <a:lnTo>
                    <a:pt x="304800" y="88900"/>
                  </a:lnTo>
                  <a:close/>
                </a:path>
              </a:pathLst>
            </a:cu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/>
              <a:endParaRPr lang="zh-CN" altLang="en-US">
                <a:solidFill>
                  <a:schemeClr val="lt1"/>
                </a:solidFill>
              </a:endParaRPr>
            </a:p>
          </p:txBody>
        </p:sp>
      </p:grpSp>
      <p:sp>
        <p:nvSpPr>
          <p:cNvPr id="16" name="文本框 15"/>
          <p:cNvSpPr txBox="1"/>
          <p:nvPr>
            <p:custDataLst>
              <p:tags r:id="rId20"/>
            </p:custDataLst>
          </p:nvPr>
        </p:nvSpPr>
        <p:spPr>
          <a:xfrm>
            <a:off x="1193800" y="1554480"/>
            <a:ext cx="7264400" cy="3321050"/>
          </a:xfrm>
          <a:prstGeom prst="rect">
            <a:avLst/>
          </a:prstGeom>
          <a:noFill/>
        </p:spPr>
        <p:txBody>
          <a:bodyPr wrap="square" lIns="101600" tIns="0" rIns="82550" bIns="0" rtlCol="0" anchor="t" anchorCtr="0">
            <a:spAutoFit/>
          </a:bodyPr>
          <a:lstStyle>
            <a:defPPr>
              <a:defRPr lang="zh-CN"/>
            </a:defPPr>
            <a:lvl1pPr fontAlgn="auto">
              <a:lnSpc>
                <a:spcPct val="130000"/>
              </a:lnSpc>
              <a:spcAft>
                <a:spcPts val="1000"/>
              </a:spcAft>
              <a:defRPr sz="1600" spc="150"/>
            </a:lvl1pPr>
          </a:lstStyle>
          <a:p>
            <a:pPr marL="0" lvl="0" indent="0" algn="l" defTabSz="914400" fontAlgn="ctr">
              <a:lnSpc>
                <a:spcPct val="130000"/>
              </a:lnSpc>
              <a:spcBef>
                <a:spcPts val="2500"/>
              </a:spcBef>
              <a:spcAft>
                <a:spcPts val="0"/>
              </a:spcAft>
              <a:buSzPct val="100000"/>
              <a:buNone/>
            </a:pPr>
            <a:r>
              <a:rPr lang="zh-CN" altLang="en-US" sz="1700" spc="30" dirty="0">
                <a:ln w="3175">
                  <a:noFill/>
                  <a:prstDash val="dash"/>
                </a:ln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自动完成：登录、读取产品表、属性填写、图片上传、价格设置、提交发布</a:t>
            </a:r>
            <a:endParaRPr lang="zh-CN" altLang="en-US" sz="1700" spc="30" dirty="0">
              <a:ln w="3175">
                <a:noFill/>
                <a:prstDash val="dash"/>
              </a:ln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0" lvl="0" indent="0" algn="l" defTabSz="914400" fontAlgn="ctr">
              <a:lnSpc>
                <a:spcPct val="130000"/>
              </a:lnSpc>
              <a:spcBef>
                <a:spcPts val="2500"/>
              </a:spcBef>
              <a:spcAft>
                <a:spcPts val="0"/>
              </a:spcAft>
              <a:buSzPct val="100000"/>
              <a:buNone/>
            </a:pPr>
            <a:r>
              <a:rPr lang="zh-CN" altLang="en-US" sz="1700" spc="30" dirty="0">
                <a:ln w="3175">
                  <a:noFill/>
                  <a:prstDash val="dash"/>
                </a:ln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支持批量发布与定时发布，灵活匹配您的上新节奏</a:t>
            </a:r>
            <a:endParaRPr lang="zh-CN" altLang="en-US" sz="1700" spc="30" dirty="0">
              <a:ln w="3175">
                <a:noFill/>
                <a:prstDash val="dash"/>
              </a:ln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0" lvl="0" indent="0" algn="l" defTabSz="914400" fontAlgn="ctr">
              <a:lnSpc>
                <a:spcPct val="130000"/>
              </a:lnSpc>
              <a:spcBef>
                <a:spcPts val="2500"/>
              </a:spcBef>
              <a:spcAft>
                <a:spcPts val="0"/>
              </a:spcAft>
              <a:buSzPct val="100000"/>
              <a:buNone/>
            </a:pPr>
            <a:r>
              <a:rPr lang="zh-CN" altLang="en-US" sz="1700" spc="30" dirty="0">
                <a:ln w="3175">
                  <a:noFill/>
                  <a:prstDash val="dash"/>
                </a:ln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发布成功后，新产品自动纳入「新发链接」跟踪列表</a:t>
            </a:r>
            <a:endParaRPr lang="zh-CN" altLang="en-US" sz="1700" spc="30" dirty="0">
              <a:ln w="3175">
                <a:noFill/>
                <a:prstDash val="dash"/>
              </a:ln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0" lvl="0" indent="0" algn="l" defTabSz="914400" fontAlgn="ctr">
              <a:lnSpc>
                <a:spcPct val="130000"/>
              </a:lnSpc>
              <a:spcBef>
                <a:spcPts val="2500"/>
              </a:spcBef>
              <a:spcAft>
                <a:spcPts val="0"/>
              </a:spcAft>
              <a:buSzPct val="100000"/>
              <a:buNone/>
            </a:pPr>
            <a:r>
              <a:rPr lang="zh-CN" altLang="en-US" sz="1700" spc="30" dirty="0">
                <a:ln w="3175">
                  <a:noFill/>
                  <a:prstDash val="dash"/>
                </a:ln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可配合「产品优化」「视频绑定」等后续运营动作</a:t>
            </a:r>
            <a:endParaRPr lang="zh-CN" altLang="en-US" sz="1700" spc="30" dirty="0">
              <a:ln w="3175">
                <a:noFill/>
                <a:prstDash val="dash"/>
              </a:ln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0" lvl="0" indent="0" algn="l" defTabSz="914400" fontAlgn="ctr">
              <a:lnSpc>
                <a:spcPct val="130000"/>
              </a:lnSpc>
              <a:spcBef>
                <a:spcPts val="2500"/>
              </a:spcBef>
              <a:spcAft>
                <a:spcPts val="0"/>
              </a:spcAft>
              <a:buSzPct val="100000"/>
              <a:buNone/>
            </a:pPr>
            <a:r>
              <a:rPr lang="zh-CN" altLang="en-US" sz="1700" spc="30" dirty="0">
                <a:ln w="3175">
                  <a:noFill/>
                  <a:prstDash val="dash"/>
                </a:ln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任务过程透明，随时查看执行进度与结果</a:t>
            </a:r>
            <a:endParaRPr lang="zh-CN" altLang="en-US" sz="1700" spc="30" dirty="0">
              <a:ln w="3175">
                <a:noFill/>
                <a:prstDash val="dash"/>
              </a:ln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  <p:custDataLst>
      <p:tags r:id="rId21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8" name="组合 7"/>
          <p:cNvGrpSpPr/>
          <p:nvPr userDrawn="1">
            <p:custDataLst>
              <p:tags r:id="rId1"/>
            </p:custDataLst>
          </p:nvPr>
        </p:nvGrpSpPr>
        <p:grpSpPr>
          <a:xfrm>
            <a:off x="3001198" y="6045200"/>
            <a:ext cx="6142802" cy="812800"/>
            <a:chOff x="4001597" y="5613400"/>
            <a:chExt cx="8190403" cy="1244600"/>
          </a:xfrm>
        </p:grpSpPr>
        <p:sp>
          <p:nvSpPr>
            <p:cNvPr id="9" name="任意多边形: 形状 8"/>
            <p:cNvSpPr/>
            <p:nvPr>
              <p:custDataLst>
                <p:tags r:id="rId2"/>
              </p:custDataLst>
            </p:nvPr>
          </p:nvSpPr>
          <p:spPr>
            <a:xfrm>
              <a:off x="4001597" y="5613400"/>
              <a:ext cx="8190402" cy="1244600"/>
            </a:xfrm>
            <a:custGeom>
              <a:avLst/>
              <a:gdLst>
                <a:gd name="connsiteX0" fmla="*/ 8190402 w 8190402"/>
                <a:gd name="connsiteY0" fmla="*/ 0 h 1244600"/>
                <a:gd name="connsiteX1" fmla="*/ 8190402 w 8190402"/>
                <a:gd name="connsiteY1" fmla="*/ 1155849 h 1244600"/>
                <a:gd name="connsiteX2" fmla="*/ 4203232 w 8190402"/>
                <a:gd name="connsiteY2" fmla="*/ 1244600 h 1244600"/>
                <a:gd name="connsiteX3" fmla="*/ 0 w 8190402"/>
                <a:gd name="connsiteY3" fmla="*/ 1244600 h 1244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190402" h="1244600">
                  <a:moveTo>
                    <a:pt x="8190402" y="0"/>
                  </a:moveTo>
                  <a:lnTo>
                    <a:pt x="8190402" y="1155849"/>
                  </a:lnTo>
                  <a:lnTo>
                    <a:pt x="4203232" y="1244600"/>
                  </a:lnTo>
                  <a:lnTo>
                    <a:pt x="0" y="1244600"/>
                  </a:ln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 defTabSz="914400"/>
              <a:endParaRPr lang="zh-CN" altLang="en-US" sz="135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0" name="等腰三角形 9"/>
            <p:cNvSpPr/>
            <p:nvPr>
              <p:custDataLst>
                <p:tags r:id="rId3"/>
              </p:custDataLst>
            </p:nvPr>
          </p:nvSpPr>
          <p:spPr>
            <a:xfrm>
              <a:off x="5816600" y="5949254"/>
              <a:ext cx="6375400" cy="908746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 defTabSz="914400"/>
              <a:endParaRPr lang="zh-CN" altLang="en-US" sz="135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2" name="Rectangle 1"/>
          <p:cNvSpPr/>
          <p:nvPr>
            <p:custDataLst>
              <p:tags r:id="rId4"/>
            </p:custDataLst>
          </p:nvPr>
        </p:nvSpPr>
        <p:spPr>
          <a:xfrm>
            <a:off x="0" y="0"/>
            <a:ext cx="9144000" cy="914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457200">
              <a:defRPr sz="2600" b="1">
                <a:solidFill>
                  <a:srgbClr val="FFFFFF"/>
                </a:solidFill>
              </a:defRPr>
            </a:pPr>
            <a:r>
              <a:rPr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新发产品，自动跟踪</a:t>
            </a:r>
            <a:endParaRPr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94360" y="987552"/>
            <a:ext cx="1998980" cy="2914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defTabSz="457200">
              <a:defRPr sz="1300">
                <a:solidFill>
                  <a:srgbClr val="6B7A8C"/>
                </a:solidFill>
              </a:defRPr>
            </a:pPr>
            <a:r>
              <a:rPr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不用再手工记录产品编号</a:t>
            </a:r>
            <a:endParaRPr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7" name="组合 6"/>
          <p:cNvGrpSpPr>
            <a:grpSpLocks noChangeAspect="1"/>
          </p:cNvGrpSpPr>
          <p:nvPr>
            <p:custDataLst>
              <p:tags r:id="rId5"/>
            </p:custDataLst>
          </p:nvPr>
        </p:nvGrpSpPr>
        <p:grpSpPr>
          <a:xfrm>
            <a:off x="769032" y="1755775"/>
            <a:ext cx="189135" cy="355600"/>
            <a:chOff x="1283913" y="1155618"/>
            <a:chExt cx="1013226" cy="1905000"/>
          </a:xfrm>
        </p:grpSpPr>
        <p:sp>
          <p:nvSpPr>
            <p:cNvPr id="11" name="任意多边形: 形状 3"/>
            <p:cNvSpPr/>
            <p:nvPr>
              <p:custDataLst>
                <p:tags r:id="rId6"/>
              </p:custDataLst>
            </p:nvPr>
          </p:nvSpPr>
          <p:spPr>
            <a:xfrm>
              <a:off x="1283913" y="1226700"/>
              <a:ext cx="1013226" cy="1833918"/>
            </a:xfrm>
            <a:custGeom>
              <a:avLst/>
              <a:gdLst/>
              <a:ahLst/>
              <a:cxnLst/>
              <a:rect l="0" t="0" r="0" b="0"/>
              <a:pathLst>
                <a:path w="2000378" h="3620645">
                  <a:moveTo>
                    <a:pt x="181229" y="3355341"/>
                  </a:moveTo>
                  <a:lnTo>
                    <a:pt x="232156" y="3371851"/>
                  </a:lnTo>
                  <a:lnTo>
                    <a:pt x="1120521" y="3613786"/>
                  </a:lnTo>
                  <a:cubicBezTo>
                    <a:pt x="1120521" y="3613786"/>
                    <a:pt x="1145032" y="3620644"/>
                    <a:pt x="1176274" y="3602991"/>
                  </a:cubicBezTo>
                  <a:cubicBezTo>
                    <a:pt x="1191895" y="3594228"/>
                    <a:pt x="1195324" y="3581909"/>
                    <a:pt x="1219327" y="3496311"/>
                  </a:cubicBezTo>
                  <a:cubicBezTo>
                    <a:pt x="1243330" y="3410713"/>
                    <a:pt x="1244727" y="3358389"/>
                    <a:pt x="1178179" y="3313304"/>
                  </a:cubicBezTo>
                  <a:cubicBezTo>
                    <a:pt x="1148334" y="3278633"/>
                    <a:pt x="1118489" y="3243835"/>
                    <a:pt x="1135634" y="3182748"/>
                  </a:cubicBezTo>
                  <a:lnTo>
                    <a:pt x="1319403" y="2502281"/>
                  </a:lnTo>
                  <a:lnTo>
                    <a:pt x="1637665" y="1364869"/>
                  </a:lnTo>
                  <a:lnTo>
                    <a:pt x="2000377" y="68453"/>
                  </a:lnTo>
                  <a:lnTo>
                    <a:pt x="1829181" y="20574"/>
                  </a:lnTo>
                  <a:lnTo>
                    <a:pt x="1780286" y="6858"/>
                  </a:lnTo>
                  <a:cubicBezTo>
                    <a:pt x="1780286" y="6858"/>
                    <a:pt x="1755775" y="0"/>
                    <a:pt x="1724533" y="17653"/>
                  </a:cubicBezTo>
                  <a:cubicBezTo>
                    <a:pt x="1693291" y="35306"/>
                    <a:pt x="1476121" y="198755"/>
                    <a:pt x="1476121" y="198755"/>
                  </a:cubicBezTo>
                  <a:cubicBezTo>
                    <a:pt x="1476121" y="198755"/>
                    <a:pt x="1144016" y="395987"/>
                    <a:pt x="1060323" y="412115"/>
                  </a:cubicBezTo>
                  <a:cubicBezTo>
                    <a:pt x="957580" y="449326"/>
                    <a:pt x="851408" y="498730"/>
                    <a:pt x="691007" y="506603"/>
                  </a:cubicBezTo>
                  <a:cubicBezTo>
                    <a:pt x="631825" y="529590"/>
                    <a:pt x="607314" y="522733"/>
                    <a:pt x="576580" y="632841"/>
                  </a:cubicBezTo>
                  <a:cubicBezTo>
                    <a:pt x="545846" y="742950"/>
                    <a:pt x="561467" y="734060"/>
                    <a:pt x="561467" y="734060"/>
                  </a:cubicBezTo>
                  <a:cubicBezTo>
                    <a:pt x="561467" y="734060"/>
                    <a:pt x="544322" y="795275"/>
                    <a:pt x="713613" y="803021"/>
                  </a:cubicBezTo>
                  <a:cubicBezTo>
                    <a:pt x="882904" y="810768"/>
                    <a:pt x="963041" y="806831"/>
                    <a:pt x="963041" y="806831"/>
                  </a:cubicBezTo>
                  <a:lnTo>
                    <a:pt x="644779" y="1944243"/>
                  </a:lnTo>
                  <a:lnTo>
                    <a:pt x="415544" y="2763647"/>
                  </a:lnTo>
                  <a:lnTo>
                    <a:pt x="364236" y="2947162"/>
                  </a:lnTo>
                  <a:cubicBezTo>
                    <a:pt x="364236" y="2947162"/>
                    <a:pt x="361315" y="3051810"/>
                    <a:pt x="127508" y="3039237"/>
                  </a:cubicBezTo>
                  <a:cubicBezTo>
                    <a:pt x="99568" y="3044572"/>
                    <a:pt x="92837" y="3069083"/>
                    <a:pt x="79121" y="3117978"/>
                  </a:cubicBezTo>
                  <a:cubicBezTo>
                    <a:pt x="65405" y="3166873"/>
                    <a:pt x="44958" y="3240279"/>
                    <a:pt x="44958" y="3240279"/>
                  </a:cubicBezTo>
                  <a:cubicBezTo>
                    <a:pt x="44958" y="3240279"/>
                    <a:pt x="0" y="3306827"/>
                    <a:pt x="109982" y="3337561"/>
                  </a:cubicBezTo>
                  <a:cubicBezTo>
                    <a:pt x="158750" y="3351277"/>
                    <a:pt x="173101" y="3354198"/>
                    <a:pt x="181229" y="3355341"/>
                  </a:cubicBezTo>
                  <a:close/>
                </a:path>
              </a:pathLst>
            </a:custGeom>
            <a:solidFill>
              <a:schemeClr val="lt1">
                <a:lumMod val="85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/>
              <a:endParaRPr lang="zh-CN" altLang="en-US">
                <a:solidFill>
                  <a:schemeClr val="lt1"/>
                </a:solidFill>
              </a:endParaRPr>
            </a:p>
          </p:txBody>
        </p:sp>
        <p:sp>
          <p:nvSpPr>
            <p:cNvPr id="12" name="任意多边形: 形状 4"/>
            <p:cNvSpPr/>
            <p:nvPr>
              <p:custDataLst>
                <p:tags r:id="rId7"/>
              </p:custDataLst>
            </p:nvPr>
          </p:nvSpPr>
          <p:spPr>
            <a:xfrm>
              <a:off x="1356217" y="1155618"/>
              <a:ext cx="704389" cy="1852637"/>
            </a:xfrm>
            <a:custGeom>
              <a:avLst/>
              <a:gdLst/>
              <a:ahLst/>
              <a:cxnLst/>
              <a:rect l="0" t="0" r="0" b="0"/>
              <a:pathLst>
                <a:path w="1390651" h="3657601">
                  <a:moveTo>
                    <a:pt x="352933" y="3655441"/>
                  </a:moveTo>
                  <a:lnTo>
                    <a:pt x="406400" y="3657600"/>
                  </a:lnTo>
                  <a:lnTo>
                    <a:pt x="1327150" y="3651250"/>
                  </a:lnTo>
                  <a:cubicBezTo>
                    <a:pt x="1327150" y="3651250"/>
                    <a:pt x="1352550" y="3651250"/>
                    <a:pt x="1377950" y="3625850"/>
                  </a:cubicBezTo>
                  <a:cubicBezTo>
                    <a:pt x="1390650" y="3613150"/>
                    <a:pt x="1390650" y="3600450"/>
                    <a:pt x="1390650" y="3511550"/>
                  </a:cubicBezTo>
                  <a:cubicBezTo>
                    <a:pt x="1390650" y="3422650"/>
                    <a:pt x="1377950" y="3371850"/>
                    <a:pt x="1301750" y="3346450"/>
                  </a:cubicBezTo>
                  <a:cubicBezTo>
                    <a:pt x="1263650" y="3321050"/>
                    <a:pt x="1225550" y="3295650"/>
                    <a:pt x="1225550" y="3232150"/>
                  </a:cubicBezTo>
                  <a:lnTo>
                    <a:pt x="1219200" y="2527300"/>
                  </a:lnTo>
                  <a:lnTo>
                    <a:pt x="1219200" y="1346200"/>
                  </a:lnTo>
                  <a:lnTo>
                    <a:pt x="1219200" y="0"/>
                  </a:lnTo>
                  <a:lnTo>
                    <a:pt x="1041400" y="0"/>
                  </a:lnTo>
                  <a:lnTo>
                    <a:pt x="990600" y="0"/>
                  </a:lnTo>
                  <a:cubicBezTo>
                    <a:pt x="990600" y="0"/>
                    <a:pt x="965200" y="0"/>
                    <a:pt x="939800" y="25400"/>
                  </a:cubicBezTo>
                  <a:cubicBezTo>
                    <a:pt x="914400" y="50800"/>
                    <a:pt x="749300" y="266700"/>
                    <a:pt x="749300" y="266700"/>
                  </a:cubicBezTo>
                  <a:cubicBezTo>
                    <a:pt x="749300" y="266700"/>
                    <a:pt x="482600" y="546100"/>
                    <a:pt x="406400" y="584200"/>
                  </a:cubicBezTo>
                  <a:cubicBezTo>
                    <a:pt x="317500" y="647700"/>
                    <a:pt x="228600" y="723900"/>
                    <a:pt x="76200" y="774700"/>
                  </a:cubicBezTo>
                  <a:cubicBezTo>
                    <a:pt x="25400" y="812800"/>
                    <a:pt x="0" y="812800"/>
                    <a:pt x="0" y="927100"/>
                  </a:cubicBezTo>
                  <a:cubicBezTo>
                    <a:pt x="0" y="1041400"/>
                    <a:pt x="12700" y="1028700"/>
                    <a:pt x="12700" y="1028700"/>
                  </a:cubicBezTo>
                  <a:cubicBezTo>
                    <a:pt x="12700" y="1028700"/>
                    <a:pt x="12700" y="1092200"/>
                    <a:pt x="177800" y="1054100"/>
                  </a:cubicBezTo>
                  <a:cubicBezTo>
                    <a:pt x="342903" y="1016013"/>
                    <a:pt x="419100" y="990600"/>
                    <a:pt x="419100" y="990600"/>
                  </a:cubicBezTo>
                  <a:lnTo>
                    <a:pt x="419100" y="2171700"/>
                  </a:lnTo>
                  <a:lnTo>
                    <a:pt x="419100" y="3022600"/>
                  </a:lnTo>
                  <a:lnTo>
                    <a:pt x="419100" y="3213100"/>
                  </a:lnTo>
                  <a:cubicBezTo>
                    <a:pt x="419100" y="3213100"/>
                    <a:pt x="444500" y="3314700"/>
                    <a:pt x="215900" y="3365500"/>
                  </a:cubicBezTo>
                  <a:cubicBezTo>
                    <a:pt x="190500" y="3378200"/>
                    <a:pt x="190500" y="3403600"/>
                    <a:pt x="190500" y="3454400"/>
                  </a:cubicBezTo>
                  <a:cubicBezTo>
                    <a:pt x="190500" y="3505200"/>
                    <a:pt x="190500" y="3581400"/>
                    <a:pt x="190500" y="3581400"/>
                  </a:cubicBezTo>
                  <a:cubicBezTo>
                    <a:pt x="190500" y="3581400"/>
                    <a:pt x="165100" y="3657600"/>
                    <a:pt x="279400" y="3657600"/>
                  </a:cubicBezTo>
                  <a:cubicBezTo>
                    <a:pt x="330200" y="3657600"/>
                    <a:pt x="344678" y="3656584"/>
                    <a:pt x="352933" y="3655441"/>
                  </a:cubicBezTo>
                  <a:close/>
                </a:path>
              </a:pathLst>
            </a:cu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/>
              <a:endParaRPr lang="zh-CN" altLang="en-US">
                <a:solidFill>
                  <a:schemeClr val="lt1"/>
                </a:solidFill>
              </a:endParaRPr>
            </a:p>
          </p:txBody>
        </p:sp>
      </p:grpSp>
      <p:grpSp>
        <p:nvGrpSpPr>
          <p:cNvPr id="62" name="组合 61"/>
          <p:cNvGrpSpPr>
            <a:grpSpLocks noChangeAspect="1"/>
          </p:cNvGrpSpPr>
          <p:nvPr>
            <p:custDataLst>
              <p:tags r:id="rId8"/>
            </p:custDataLst>
          </p:nvPr>
        </p:nvGrpSpPr>
        <p:grpSpPr>
          <a:xfrm>
            <a:off x="735349" y="2433955"/>
            <a:ext cx="256502" cy="355600"/>
            <a:chOff x="3262468" y="1155618"/>
            <a:chExt cx="1374117" cy="1905000"/>
          </a:xfrm>
        </p:grpSpPr>
        <p:sp>
          <p:nvSpPr>
            <p:cNvPr id="13" name="任意多边形: 形状 6"/>
            <p:cNvSpPr/>
            <p:nvPr>
              <p:custDataLst>
                <p:tags r:id="rId9"/>
              </p:custDataLst>
            </p:nvPr>
          </p:nvSpPr>
          <p:spPr>
            <a:xfrm>
              <a:off x="3262468" y="1156762"/>
              <a:ext cx="1374117" cy="1903856"/>
            </a:xfrm>
            <a:custGeom>
              <a:avLst/>
              <a:gdLst/>
              <a:ahLst/>
              <a:cxnLst/>
              <a:rect l="0" t="0" r="0" b="0"/>
              <a:pathLst>
                <a:path w="2745487" h="3803905">
                  <a:moveTo>
                    <a:pt x="2261235" y="2882773"/>
                  </a:moveTo>
                  <a:lnTo>
                    <a:pt x="2089658" y="3270377"/>
                  </a:lnTo>
                  <a:lnTo>
                    <a:pt x="1880235" y="3700399"/>
                  </a:lnTo>
                  <a:lnTo>
                    <a:pt x="1835658" y="3767201"/>
                  </a:lnTo>
                  <a:cubicBezTo>
                    <a:pt x="1835658" y="3767201"/>
                    <a:pt x="1825625" y="3803904"/>
                    <a:pt x="1715389" y="3773932"/>
                  </a:cubicBezTo>
                  <a:cubicBezTo>
                    <a:pt x="1605153" y="3743833"/>
                    <a:pt x="1066038" y="3596894"/>
                    <a:pt x="1066038" y="3596894"/>
                  </a:cubicBezTo>
                  <a:lnTo>
                    <a:pt x="0" y="3306191"/>
                  </a:lnTo>
                  <a:lnTo>
                    <a:pt x="143637" y="2779268"/>
                  </a:lnTo>
                  <a:cubicBezTo>
                    <a:pt x="143637" y="2779268"/>
                    <a:pt x="172593" y="2721356"/>
                    <a:pt x="238252" y="2673477"/>
                  </a:cubicBezTo>
                  <a:cubicBezTo>
                    <a:pt x="303911" y="2625599"/>
                    <a:pt x="491109" y="2518664"/>
                    <a:pt x="491109" y="2518664"/>
                  </a:cubicBezTo>
                  <a:lnTo>
                    <a:pt x="731647" y="2360422"/>
                  </a:lnTo>
                  <a:lnTo>
                    <a:pt x="1094740" y="2090801"/>
                  </a:lnTo>
                  <a:cubicBezTo>
                    <a:pt x="1094740" y="2090801"/>
                    <a:pt x="1483487" y="1775587"/>
                    <a:pt x="1538097" y="1671955"/>
                  </a:cubicBezTo>
                  <a:cubicBezTo>
                    <a:pt x="1592706" y="1568323"/>
                    <a:pt x="1663954" y="1548257"/>
                    <a:pt x="1812036" y="1101598"/>
                  </a:cubicBezTo>
                  <a:cubicBezTo>
                    <a:pt x="1812036" y="1101598"/>
                    <a:pt x="1904492" y="810895"/>
                    <a:pt x="1913382" y="681609"/>
                  </a:cubicBezTo>
                  <a:cubicBezTo>
                    <a:pt x="1922272" y="552450"/>
                    <a:pt x="1929003" y="527939"/>
                    <a:pt x="1905635" y="468884"/>
                  </a:cubicBezTo>
                  <a:cubicBezTo>
                    <a:pt x="1882267" y="409830"/>
                    <a:pt x="1825371" y="328549"/>
                    <a:pt x="1711833" y="310770"/>
                  </a:cubicBezTo>
                  <a:cubicBezTo>
                    <a:pt x="1598168" y="292989"/>
                    <a:pt x="1591564" y="317500"/>
                    <a:pt x="1591564" y="317500"/>
                  </a:cubicBezTo>
                  <a:cubicBezTo>
                    <a:pt x="1591564" y="317500"/>
                    <a:pt x="1480185" y="339725"/>
                    <a:pt x="1454531" y="530225"/>
                  </a:cubicBezTo>
                  <a:cubicBezTo>
                    <a:pt x="1436751" y="643890"/>
                    <a:pt x="1408938" y="939039"/>
                    <a:pt x="1265174" y="1031495"/>
                  </a:cubicBezTo>
                  <a:cubicBezTo>
                    <a:pt x="1230630" y="1061593"/>
                    <a:pt x="1170559" y="1137286"/>
                    <a:pt x="1004570" y="1118362"/>
                  </a:cubicBezTo>
                  <a:cubicBezTo>
                    <a:pt x="967867" y="1108330"/>
                    <a:pt x="915416" y="1107186"/>
                    <a:pt x="851916" y="1050417"/>
                  </a:cubicBezTo>
                  <a:cubicBezTo>
                    <a:pt x="830707" y="1031494"/>
                    <a:pt x="703707" y="917829"/>
                    <a:pt x="752729" y="641604"/>
                  </a:cubicBezTo>
                  <a:cubicBezTo>
                    <a:pt x="766064" y="592582"/>
                    <a:pt x="830707" y="307467"/>
                    <a:pt x="1161542" y="108077"/>
                  </a:cubicBezTo>
                  <a:cubicBezTo>
                    <a:pt x="1192784" y="90297"/>
                    <a:pt x="1326388" y="34544"/>
                    <a:pt x="1409954" y="17780"/>
                  </a:cubicBezTo>
                  <a:cubicBezTo>
                    <a:pt x="1493519" y="1016"/>
                    <a:pt x="1730756" y="0"/>
                    <a:pt x="1865502" y="36703"/>
                  </a:cubicBezTo>
                  <a:cubicBezTo>
                    <a:pt x="1902206" y="46736"/>
                    <a:pt x="2040381" y="71247"/>
                    <a:pt x="2235326" y="177038"/>
                  </a:cubicBezTo>
                  <a:cubicBezTo>
                    <a:pt x="2268727" y="199263"/>
                    <a:pt x="2302129" y="221615"/>
                    <a:pt x="2302129" y="221615"/>
                  </a:cubicBezTo>
                  <a:cubicBezTo>
                    <a:pt x="2302129" y="221615"/>
                    <a:pt x="2453639" y="341884"/>
                    <a:pt x="2480310" y="388747"/>
                  </a:cubicBezTo>
                  <a:cubicBezTo>
                    <a:pt x="2489200" y="404368"/>
                    <a:pt x="2646299" y="552450"/>
                    <a:pt x="2686431" y="839852"/>
                  </a:cubicBezTo>
                  <a:cubicBezTo>
                    <a:pt x="2688717" y="879984"/>
                    <a:pt x="2745486" y="1106044"/>
                    <a:pt x="2615184" y="1439165"/>
                  </a:cubicBezTo>
                  <a:cubicBezTo>
                    <a:pt x="2608453" y="1463675"/>
                    <a:pt x="2536063" y="1680846"/>
                    <a:pt x="2272157" y="1924813"/>
                  </a:cubicBezTo>
                  <a:cubicBezTo>
                    <a:pt x="2206498" y="1972692"/>
                    <a:pt x="2049399" y="2114170"/>
                    <a:pt x="1695196" y="2254505"/>
                  </a:cubicBezTo>
                  <a:cubicBezTo>
                    <a:pt x="1561592" y="2310258"/>
                    <a:pt x="1082548" y="2521839"/>
                    <a:pt x="1082548" y="2521839"/>
                  </a:cubicBezTo>
                  <a:cubicBezTo>
                    <a:pt x="1082548" y="2521839"/>
                    <a:pt x="628142" y="2740152"/>
                    <a:pt x="605790" y="2773553"/>
                  </a:cubicBezTo>
                  <a:cubicBezTo>
                    <a:pt x="703834" y="2800224"/>
                    <a:pt x="1340993" y="2973959"/>
                    <a:pt x="1340993" y="2973959"/>
                  </a:cubicBezTo>
                  <a:lnTo>
                    <a:pt x="1684020" y="3067558"/>
                  </a:lnTo>
                  <a:cubicBezTo>
                    <a:pt x="1684020" y="3067558"/>
                    <a:pt x="1803146" y="3113278"/>
                    <a:pt x="1876679" y="2988437"/>
                  </a:cubicBezTo>
                  <a:cubicBezTo>
                    <a:pt x="1950212" y="2863723"/>
                    <a:pt x="1980311" y="2753360"/>
                    <a:pt x="2066036" y="2776855"/>
                  </a:cubicBezTo>
                  <a:cubicBezTo>
                    <a:pt x="2152015" y="2800350"/>
                    <a:pt x="2253361" y="2814828"/>
                    <a:pt x="2261235" y="2882773"/>
                  </a:cubicBezTo>
                  <a:close/>
                </a:path>
              </a:pathLst>
            </a:custGeom>
            <a:solidFill>
              <a:schemeClr val="lt1">
                <a:lumMod val="85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/>
              <a:endParaRPr lang="zh-CN" altLang="en-US">
                <a:solidFill>
                  <a:schemeClr val="lt1"/>
                </a:solidFill>
              </a:endParaRPr>
            </a:p>
          </p:txBody>
        </p:sp>
        <p:sp>
          <p:nvSpPr>
            <p:cNvPr id="14" name="任意多边形: 形状 7"/>
            <p:cNvSpPr/>
            <p:nvPr>
              <p:custDataLst>
                <p:tags r:id="rId10"/>
              </p:custDataLst>
            </p:nvPr>
          </p:nvSpPr>
          <p:spPr>
            <a:xfrm>
              <a:off x="3369890" y="1155618"/>
              <a:ext cx="1036086" cy="1830631"/>
            </a:xfrm>
            <a:custGeom>
              <a:avLst/>
              <a:gdLst/>
              <a:ahLst/>
              <a:cxnLst/>
              <a:rect l="0" t="0" r="0" b="0"/>
              <a:pathLst>
                <a:path w="2070101" h="3657601">
                  <a:moveTo>
                    <a:pt x="2070100" y="2654300"/>
                  </a:moveTo>
                  <a:lnTo>
                    <a:pt x="2006600" y="3073400"/>
                  </a:lnTo>
                  <a:lnTo>
                    <a:pt x="1917700" y="3543300"/>
                  </a:lnTo>
                  <a:lnTo>
                    <a:pt x="1892300" y="3619500"/>
                  </a:lnTo>
                  <a:cubicBezTo>
                    <a:pt x="1892300" y="3619500"/>
                    <a:pt x="1892300" y="3657600"/>
                    <a:pt x="1778000" y="3657600"/>
                  </a:cubicBezTo>
                  <a:cubicBezTo>
                    <a:pt x="1663700" y="3657600"/>
                    <a:pt x="1104900" y="3657600"/>
                    <a:pt x="1104900" y="3657600"/>
                  </a:cubicBezTo>
                  <a:lnTo>
                    <a:pt x="0" y="3657600"/>
                  </a:lnTo>
                  <a:lnTo>
                    <a:pt x="0" y="3111500"/>
                  </a:lnTo>
                  <a:cubicBezTo>
                    <a:pt x="0" y="3111500"/>
                    <a:pt x="12700" y="3048000"/>
                    <a:pt x="63500" y="2984500"/>
                  </a:cubicBezTo>
                  <a:cubicBezTo>
                    <a:pt x="114300" y="2921000"/>
                    <a:pt x="266700" y="2768600"/>
                    <a:pt x="266700" y="2768600"/>
                  </a:cubicBezTo>
                  <a:lnTo>
                    <a:pt x="457200" y="2552700"/>
                  </a:lnTo>
                  <a:lnTo>
                    <a:pt x="736600" y="2197100"/>
                  </a:lnTo>
                  <a:cubicBezTo>
                    <a:pt x="736600" y="2197100"/>
                    <a:pt x="1028700" y="1790700"/>
                    <a:pt x="1054100" y="1676400"/>
                  </a:cubicBezTo>
                  <a:cubicBezTo>
                    <a:pt x="1079502" y="1562101"/>
                    <a:pt x="1143000" y="1524000"/>
                    <a:pt x="1168400" y="1054100"/>
                  </a:cubicBezTo>
                  <a:cubicBezTo>
                    <a:pt x="1168400" y="1054100"/>
                    <a:pt x="1181100" y="749300"/>
                    <a:pt x="1155700" y="622300"/>
                  </a:cubicBezTo>
                  <a:cubicBezTo>
                    <a:pt x="1130300" y="495300"/>
                    <a:pt x="1130300" y="469900"/>
                    <a:pt x="1092200" y="419100"/>
                  </a:cubicBezTo>
                  <a:cubicBezTo>
                    <a:pt x="1054100" y="368300"/>
                    <a:pt x="977900" y="304800"/>
                    <a:pt x="863600" y="317500"/>
                  </a:cubicBezTo>
                  <a:cubicBezTo>
                    <a:pt x="749300" y="330200"/>
                    <a:pt x="749300" y="355600"/>
                    <a:pt x="749300" y="355600"/>
                  </a:cubicBezTo>
                  <a:cubicBezTo>
                    <a:pt x="749300" y="355600"/>
                    <a:pt x="647700" y="406400"/>
                    <a:pt x="673100" y="596900"/>
                  </a:cubicBezTo>
                  <a:cubicBezTo>
                    <a:pt x="685800" y="711200"/>
                    <a:pt x="736600" y="1003300"/>
                    <a:pt x="622300" y="1130300"/>
                  </a:cubicBezTo>
                  <a:cubicBezTo>
                    <a:pt x="596900" y="1168400"/>
                    <a:pt x="558800" y="1257300"/>
                    <a:pt x="393700" y="1282700"/>
                  </a:cubicBezTo>
                  <a:cubicBezTo>
                    <a:pt x="355600" y="1282700"/>
                    <a:pt x="304800" y="1295400"/>
                    <a:pt x="228600" y="1257300"/>
                  </a:cubicBezTo>
                  <a:cubicBezTo>
                    <a:pt x="203200" y="1244600"/>
                    <a:pt x="50800" y="1168400"/>
                    <a:pt x="25400" y="889000"/>
                  </a:cubicBezTo>
                  <a:cubicBezTo>
                    <a:pt x="25400" y="838200"/>
                    <a:pt x="12700" y="546100"/>
                    <a:pt x="279400" y="266700"/>
                  </a:cubicBezTo>
                  <a:cubicBezTo>
                    <a:pt x="304800" y="241300"/>
                    <a:pt x="419100" y="152400"/>
                    <a:pt x="495300" y="114300"/>
                  </a:cubicBezTo>
                  <a:cubicBezTo>
                    <a:pt x="571497" y="76193"/>
                    <a:pt x="800100" y="12700"/>
                    <a:pt x="939800" y="12700"/>
                  </a:cubicBezTo>
                  <a:cubicBezTo>
                    <a:pt x="977900" y="12700"/>
                    <a:pt x="1117600" y="0"/>
                    <a:pt x="1333500" y="50800"/>
                  </a:cubicBezTo>
                  <a:cubicBezTo>
                    <a:pt x="1371600" y="63500"/>
                    <a:pt x="1409700" y="76200"/>
                    <a:pt x="1409700" y="76200"/>
                  </a:cubicBezTo>
                  <a:cubicBezTo>
                    <a:pt x="1409700" y="76200"/>
                    <a:pt x="1587500" y="152400"/>
                    <a:pt x="1625600" y="190500"/>
                  </a:cubicBezTo>
                  <a:cubicBezTo>
                    <a:pt x="1638300" y="203200"/>
                    <a:pt x="1828800" y="304800"/>
                    <a:pt x="1943100" y="571500"/>
                  </a:cubicBezTo>
                  <a:cubicBezTo>
                    <a:pt x="1955800" y="609600"/>
                    <a:pt x="2070100" y="812800"/>
                    <a:pt x="2032000" y="1168400"/>
                  </a:cubicBezTo>
                  <a:cubicBezTo>
                    <a:pt x="2032000" y="1193800"/>
                    <a:pt x="2019300" y="1422400"/>
                    <a:pt x="1828800" y="1727200"/>
                  </a:cubicBezTo>
                  <a:cubicBezTo>
                    <a:pt x="1778000" y="1790700"/>
                    <a:pt x="1663700" y="1968500"/>
                    <a:pt x="1358900" y="2197100"/>
                  </a:cubicBezTo>
                  <a:cubicBezTo>
                    <a:pt x="1244600" y="2286000"/>
                    <a:pt x="838200" y="2616200"/>
                    <a:pt x="838200" y="2616200"/>
                  </a:cubicBezTo>
                  <a:cubicBezTo>
                    <a:pt x="838200" y="2616200"/>
                    <a:pt x="457200" y="2946400"/>
                    <a:pt x="444500" y="2984500"/>
                  </a:cubicBezTo>
                  <a:cubicBezTo>
                    <a:pt x="546100" y="2984500"/>
                    <a:pt x="1206500" y="2984500"/>
                    <a:pt x="1206500" y="2984500"/>
                  </a:cubicBezTo>
                  <a:lnTo>
                    <a:pt x="1562100" y="2984500"/>
                  </a:lnTo>
                  <a:cubicBezTo>
                    <a:pt x="1562100" y="2984500"/>
                    <a:pt x="1689100" y="2997200"/>
                    <a:pt x="1727200" y="2857500"/>
                  </a:cubicBezTo>
                  <a:cubicBezTo>
                    <a:pt x="1765312" y="2717803"/>
                    <a:pt x="1765300" y="2603500"/>
                    <a:pt x="1854200" y="2603500"/>
                  </a:cubicBezTo>
                  <a:cubicBezTo>
                    <a:pt x="1943100" y="2603500"/>
                    <a:pt x="2044700" y="2590800"/>
                    <a:pt x="2070100" y="2654300"/>
                  </a:cubicBezTo>
                  <a:close/>
                </a:path>
              </a:pathLst>
            </a:cu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/>
              <a:endParaRPr lang="zh-CN" altLang="en-US">
                <a:solidFill>
                  <a:schemeClr val="lt1"/>
                </a:solidFill>
              </a:endParaRPr>
            </a:p>
          </p:txBody>
        </p:sp>
      </p:grpSp>
      <p:grpSp>
        <p:nvGrpSpPr>
          <p:cNvPr id="63" name="组合 62"/>
          <p:cNvGrpSpPr>
            <a:grpSpLocks noChangeAspect="1"/>
          </p:cNvGrpSpPr>
          <p:nvPr>
            <p:custDataLst>
              <p:tags r:id="rId11"/>
            </p:custDataLst>
          </p:nvPr>
        </p:nvGrpSpPr>
        <p:grpSpPr>
          <a:xfrm>
            <a:off x="742673" y="3112135"/>
            <a:ext cx="241855" cy="355600"/>
            <a:chOff x="5460700" y="1155618"/>
            <a:chExt cx="1295653" cy="1905000"/>
          </a:xfrm>
        </p:grpSpPr>
        <p:sp>
          <p:nvSpPr>
            <p:cNvPr id="15" name="任意多边形: 形状 9"/>
            <p:cNvSpPr/>
            <p:nvPr>
              <p:custDataLst>
                <p:tags r:id="rId12"/>
              </p:custDataLst>
            </p:nvPr>
          </p:nvSpPr>
          <p:spPr>
            <a:xfrm>
              <a:off x="5460700" y="1189984"/>
              <a:ext cx="1295653" cy="1841774"/>
            </a:xfrm>
            <a:custGeom>
              <a:avLst/>
              <a:gdLst/>
              <a:ahLst/>
              <a:cxnLst/>
              <a:rect l="0" t="0" r="0" b="0"/>
              <a:pathLst>
                <a:path w="2599945" h="3695828">
                  <a:moveTo>
                    <a:pt x="1034034" y="1489202"/>
                  </a:moveTo>
                  <a:cubicBezTo>
                    <a:pt x="1034034" y="1489202"/>
                    <a:pt x="1296543" y="1588135"/>
                    <a:pt x="1430401" y="1532890"/>
                  </a:cubicBezTo>
                  <a:cubicBezTo>
                    <a:pt x="1520698" y="1491996"/>
                    <a:pt x="1624203" y="1546860"/>
                    <a:pt x="1794256" y="645160"/>
                  </a:cubicBezTo>
                  <a:cubicBezTo>
                    <a:pt x="1803654" y="516001"/>
                    <a:pt x="1828546" y="377952"/>
                    <a:pt x="1629283" y="336042"/>
                  </a:cubicBezTo>
                  <a:cubicBezTo>
                    <a:pt x="1576959" y="334772"/>
                    <a:pt x="1395349" y="324104"/>
                    <a:pt x="1392301" y="573659"/>
                  </a:cubicBezTo>
                  <a:cubicBezTo>
                    <a:pt x="1391031" y="625983"/>
                    <a:pt x="1394206" y="995807"/>
                    <a:pt x="1235964" y="1044321"/>
                  </a:cubicBezTo>
                  <a:cubicBezTo>
                    <a:pt x="1189101" y="1070864"/>
                    <a:pt x="996188" y="1149350"/>
                    <a:pt x="851789" y="1004062"/>
                  </a:cubicBezTo>
                  <a:cubicBezTo>
                    <a:pt x="821817" y="969391"/>
                    <a:pt x="683006" y="852043"/>
                    <a:pt x="812292" y="479298"/>
                  </a:cubicBezTo>
                  <a:cubicBezTo>
                    <a:pt x="841502" y="421513"/>
                    <a:pt x="916686" y="244602"/>
                    <a:pt x="1222375" y="91948"/>
                  </a:cubicBezTo>
                  <a:cubicBezTo>
                    <a:pt x="1265809" y="77597"/>
                    <a:pt x="1366393" y="0"/>
                    <a:pt x="1738249" y="36830"/>
                  </a:cubicBezTo>
                  <a:cubicBezTo>
                    <a:pt x="1762760" y="43561"/>
                    <a:pt x="2100072" y="110363"/>
                    <a:pt x="2286508" y="293751"/>
                  </a:cubicBezTo>
                  <a:cubicBezTo>
                    <a:pt x="2328672" y="331724"/>
                    <a:pt x="2455291" y="445770"/>
                    <a:pt x="2500376" y="616331"/>
                  </a:cubicBezTo>
                  <a:cubicBezTo>
                    <a:pt x="2514727" y="659765"/>
                    <a:pt x="2599944" y="828294"/>
                    <a:pt x="2565654" y="1095502"/>
                  </a:cubicBezTo>
                  <a:cubicBezTo>
                    <a:pt x="2552065" y="1144524"/>
                    <a:pt x="2543556" y="1366139"/>
                    <a:pt x="2344674" y="1561465"/>
                  </a:cubicBezTo>
                  <a:cubicBezTo>
                    <a:pt x="2310003" y="1591437"/>
                    <a:pt x="2195957" y="1718056"/>
                    <a:pt x="1969770" y="1774063"/>
                  </a:cubicBezTo>
                  <a:cubicBezTo>
                    <a:pt x="1914017" y="1784985"/>
                    <a:pt x="1706753" y="1820037"/>
                    <a:pt x="1645539" y="1803019"/>
                  </a:cubicBezTo>
                  <a:cubicBezTo>
                    <a:pt x="1687703" y="1840992"/>
                    <a:pt x="2038096" y="2003679"/>
                    <a:pt x="2152777" y="2351659"/>
                  </a:cubicBezTo>
                  <a:cubicBezTo>
                    <a:pt x="2176018" y="2410714"/>
                    <a:pt x="2322703" y="2833370"/>
                    <a:pt x="1969135" y="3302254"/>
                  </a:cubicBezTo>
                  <a:cubicBezTo>
                    <a:pt x="1927733" y="3356737"/>
                    <a:pt x="1719453" y="3681222"/>
                    <a:pt x="1124712" y="3688207"/>
                  </a:cubicBezTo>
                  <a:cubicBezTo>
                    <a:pt x="1056767" y="3695827"/>
                    <a:pt x="604647" y="3663061"/>
                    <a:pt x="377190" y="3389503"/>
                  </a:cubicBezTo>
                  <a:cubicBezTo>
                    <a:pt x="299593" y="3289046"/>
                    <a:pt x="0" y="2942718"/>
                    <a:pt x="267843" y="2450212"/>
                  </a:cubicBezTo>
                  <a:cubicBezTo>
                    <a:pt x="321437" y="2399158"/>
                    <a:pt x="435483" y="2272539"/>
                    <a:pt x="649097" y="2357883"/>
                  </a:cubicBezTo>
                  <a:cubicBezTo>
                    <a:pt x="706882" y="2387093"/>
                    <a:pt x="826008" y="2433067"/>
                    <a:pt x="829691" y="2658111"/>
                  </a:cubicBezTo>
                  <a:cubicBezTo>
                    <a:pt x="818261" y="2747138"/>
                    <a:pt x="804672" y="2796159"/>
                    <a:pt x="703707" y="3018537"/>
                  </a:cubicBezTo>
                  <a:cubicBezTo>
                    <a:pt x="686816" y="3079751"/>
                    <a:pt x="602742" y="3241040"/>
                    <a:pt x="837438" y="3345308"/>
                  </a:cubicBezTo>
                  <a:cubicBezTo>
                    <a:pt x="902081" y="3350007"/>
                    <a:pt x="1103376" y="3431922"/>
                    <a:pt x="1238631" y="2942337"/>
                  </a:cubicBezTo>
                  <a:cubicBezTo>
                    <a:pt x="1265682" y="2844420"/>
                    <a:pt x="1386586" y="2311274"/>
                    <a:pt x="1386586" y="2311274"/>
                  </a:cubicBezTo>
                  <a:cubicBezTo>
                    <a:pt x="1386586" y="2311274"/>
                    <a:pt x="1412875" y="2120901"/>
                    <a:pt x="1377442" y="2058417"/>
                  </a:cubicBezTo>
                  <a:cubicBezTo>
                    <a:pt x="1342009" y="1995932"/>
                    <a:pt x="1347978" y="1878965"/>
                    <a:pt x="931799" y="1764031"/>
                  </a:cubicBezTo>
                  <a:cubicBezTo>
                    <a:pt x="882777" y="1750442"/>
                    <a:pt x="814832" y="1758062"/>
                    <a:pt x="881253" y="1565657"/>
                  </a:cubicBezTo>
                  <a:cubicBezTo>
                    <a:pt x="910336" y="1507744"/>
                    <a:pt x="923925" y="1458722"/>
                    <a:pt x="1034034" y="1489202"/>
                  </a:cubicBezTo>
                  <a:close/>
                </a:path>
              </a:pathLst>
            </a:custGeom>
            <a:solidFill>
              <a:schemeClr val="lt1">
                <a:lumMod val="85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/>
              <a:endParaRPr lang="zh-CN" altLang="en-US">
                <a:solidFill>
                  <a:schemeClr val="lt1"/>
                </a:solidFill>
              </a:endParaRPr>
            </a:p>
          </p:txBody>
        </p:sp>
        <p:sp>
          <p:nvSpPr>
            <p:cNvPr id="16" name="任意多边形: 形状 10"/>
            <p:cNvSpPr/>
            <p:nvPr>
              <p:custDataLst>
                <p:tags r:id="rId13"/>
              </p:custDataLst>
            </p:nvPr>
          </p:nvSpPr>
          <p:spPr>
            <a:xfrm>
              <a:off x="5538672" y="1155618"/>
              <a:ext cx="1101229" cy="1905000"/>
            </a:xfrm>
            <a:custGeom>
              <a:avLst/>
              <a:gdLst/>
              <a:ahLst/>
              <a:cxnLst/>
              <a:rect l="0" t="0" r="0" b="0"/>
              <a:pathLst>
                <a:path w="2209801" h="3822701">
                  <a:moveTo>
                    <a:pt x="609600" y="1612900"/>
                  </a:moveTo>
                  <a:cubicBezTo>
                    <a:pt x="609600" y="1612900"/>
                    <a:pt x="889000" y="1638300"/>
                    <a:pt x="1003300" y="1549400"/>
                  </a:cubicBezTo>
                  <a:cubicBezTo>
                    <a:pt x="1079500" y="1485900"/>
                    <a:pt x="1193800" y="1511300"/>
                    <a:pt x="1117600" y="596900"/>
                  </a:cubicBezTo>
                  <a:cubicBezTo>
                    <a:pt x="1092200" y="469900"/>
                    <a:pt x="1079500" y="330200"/>
                    <a:pt x="876300" y="342900"/>
                  </a:cubicBezTo>
                  <a:cubicBezTo>
                    <a:pt x="825500" y="355600"/>
                    <a:pt x="647700" y="393700"/>
                    <a:pt x="711200" y="635000"/>
                  </a:cubicBezTo>
                  <a:cubicBezTo>
                    <a:pt x="723900" y="685800"/>
                    <a:pt x="825500" y="1041400"/>
                    <a:pt x="685800" y="1130300"/>
                  </a:cubicBezTo>
                  <a:cubicBezTo>
                    <a:pt x="647700" y="1168400"/>
                    <a:pt x="482600" y="1295400"/>
                    <a:pt x="304800" y="1193800"/>
                  </a:cubicBezTo>
                  <a:cubicBezTo>
                    <a:pt x="266700" y="1168400"/>
                    <a:pt x="101600" y="1092200"/>
                    <a:pt x="127000" y="698500"/>
                  </a:cubicBezTo>
                  <a:cubicBezTo>
                    <a:pt x="139700" y="635000"/>
                    <a:pt x="165100" y="444500"/>
                    <a:pt x="419100" y="215900"/>
                  </a:cubicBezTo>
                  <a:cubicBezTo>
                    <a:pt x="457200" y="190500"/>
                    <a:pt x="533400" y="88900"/>
                    <a:pt x="901700" y="25400"/>
                  </a:cubicBezTo>
                  <a:cubicBezTo>
                    <a:pt x="927100" y="25400"/>
                    <a:pt x="1270000" y="0"/>
                    <a:pt x="1498600" y="127000"/>
                  </a:cubicBezTo>
                  <a:cubicBezTo>
                    <a:pt x="1549400" y="152400"/>
                    <a:pt x="1701800" y="228600"/>
                    <a:pt x="1790700" y="381000"/>
                  </a:cubicBezTo>
                  <a:cubicBezTo>
                    <a:pt x="1816100" y="419100"/>
                    <a:pt x="1943100" y="558800"/>
                    <a:pt x="1981200" y="825500"/>
                  </a:cubicBezTo>
                  <a:cubicBezTo>
                    <a:pt x="1981200" y="876300"/>
                    <a:pt x="2032000" y="1092200"/>
                    <a:pt x="1892300" y="1333500"/>
                  </a:cubicBezTo>
                  <a:cubicBezTo>
                    <a:pt x="1866900" y="1371600"/>
                    <a:pt x="1790700" y="1524000"/>
                    <a:pt x="1587500" y="1638300"/>
                  </a:cubicBezTo>
                  <a:cubicBezTo>
                    <a:pt x="1536700" y="1663700"/>
                    <a:pt x="1346200" y="1752600"/>
                    <a:pt x="1282700" y="1752600"/>
                  </a:cubicBezTo>
                  <a:cubicBezTo>
                    <a:pt x="1333500" y="1778000"/>
                    <a:pt x="1714500" y="1841500"/>
                    <a:pt x="1917700" y="2146300"/>
                  </a:cubicBezTo>
                  <a:cubicBezTo>
                    <a:pt x="1955800" y="2197100"/>
                    <a:pt x="2209800" y="2565400"/>
                    <a:pt x="1993900" y="3111500"/>
                  </a:cubicBezTo>
                  <a:cubicBezTo>
                    <a:pt x="1968500" y="3175000"/>
                    <a:pt x="1854200" y="3543300"/>
                    <a:pt x="1282700" y="3708400"/>
                  </a:cubicBezTo>
                  <a:cubicBezTo>
                    <a:pt x="1219200" y="3733800"/>
                    <a:pt x="774700" y="3822700"/>
                    <a:pt x="482600" y="3619500"/>
                  </a:cubicBezTo>
                  <a:cubicBezTo>
                    <a:pt x="381000" y="3543300"/>
                    <a:pt x="0" y="3289300"/>
                    <a:pt x="127000" y="2743200"/>
                  </a:cubicBezTo>
                  <a:cubicBezTo>
                    <a:pt x="165100" y="2679700"/>
                    <a:pt x="241300" y="2527300"/>
                    <a:pt x="469900" y="2552700"/>
                  </a:cubicBezTo>
                  <a:cubicBezTo>
                    <a:pt x="533400" y="2565400"/>
                    <a:pt x="660400" y="2578100"/>
                    <a:pt x="723900" y="2794000"/>
                  </a:cubicBezTo>
                  <a:cubicBezTo>
                    <a:pt x="736600" y="2882900"/>
                    <a:pt x="736600" y="2933700"/>
                    <a:pt x="698500" y="3175000"/>
                  </a:cubicBezTo>
                  <a:cubicBezTo>
                    <a:pt x="698500" y="3238500"/>
                    <a:pt x="660400" y="3416300"/>
                    <a:pt x="914400" y="3454400"/>
                  </a:cubicBezTo>
                  <a:cubicBezTo>
                    <a:pt x="977900" y="3441700"/>
                    <a:pt x="1193800" y="3467100"/>
                    <a:pt x="1193800" y="2959100"/>
                  </a:cubicBezTo>
                  <a:cubicBezTo>
                    <a:pt x="1193800" y="2857500"/>
                    <a:pt x="1168400" y="2311400"/>
                    <a:pt x="1168400" y="2311400"/>
                  </a:cubicBezTo>
                  <a:cubicBezTo>
                    <a:pt x="1168400" y="2311400"/>
                    <a:pt x="1143000" y="2120900"/>
                    <a:pt x="1092200" y="2070100"/>
                  </a:cubicBezTo>
                  <a:cubicBezTo>
                    <a:pt x="1041400" y="2019300"/>
                    <a:pt x="1016000" y="1905000"/>
                    <a:pt x="584200" y="1905000"/>
                  </a:cubicBezTo>
                  <a:cubicBezTo>
                    <a:pt x="533400" y="1905000"/>
                    <a:pt x="469900" y="1930400"/>
                    <a:pt x="482600" y="1727200"/>
                  </a:cubicBezTo>
                  <a:cubicBezTo>
                    <a:pt x="495300" y="1663700"/>
                    <a:pt x="495300" y="1612900"/>
                    <a:pt x="609600" y="1612900"/>
                  </a:cubicBezTo>
                  <a:close/>
                </a:path>
              </a:pathLst>
            </a:cu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/>
              <a:endParaRPr lang="zh-CN" altLang="en-US">
                <a:solidFill>
                  <a:schemeClr val="lt1"/>
                </a:solidFill>
              </a:endParaRPr>
            </a:p>
          </p:txBody>
        </p:sp>
      </p:grpSp>
      <p:grpSp>
        <p:nvGrpSpPr>
          <p:cNvPr id="64" name="组合 63"/>
          <p:cNvGrpSpPr>
            <a:grpSpLocks noChangeAspect="1"/>
          </p:cNvGrpSpPr>
          <p:nvPr>
            <p:custDataLst>
              <p:tags r:id="rId14"/>
            </p:custDataLst>
          </p:nvPr>
        </p:nvGrpSpPr>
        <p:grpSpPr>
          <a:xfrm>
            <a:off x="749713" y="3790315"/>
            <a:ext cx="227773" cy="355600"/>
            <a:chOff x="7668902" y="1161573"/>
            <a:chExt cx="1206752" cy="1883981"/>
          </a:xfrm>
        </p:grpSpPr>
        <p:sp>
          <p:nvSpPr>
            <p:cNvPr id="53" name="任意多边形: 形状 52"/>
            <p:cNvSpPr/>
            <p:nvPr>
              <p:custDataLst>
                <p:tags r:id="rId15"/>
              </p:custDataLst>
            </p:nvPr>
          </p:nvSpPr>
          <p:spPr>
            <a:xfrm>
              <a:off x="7668902" y="1266516"/>
              <a:ext cx="1206752" cy="1779038"/>
            </a:xfrm>
            <a:custGeom>
              <a:avLst/>
              <a:gdLst>
                <a:gd name="connsiteX0" fmla="*/ 684478 w 1206752"/>
                <a:gd name="connsiteY0" fmla="*/ 532642 h 1779038"/>
                <a:gd name="connsiteX1" fmla="*/ 202809 w 1206752"/>
                <a:gd name="connsiteY1" fmla="*/ 956302 h 1779038"/>
                <a:gd name="connsiteX2" fmla="*/ 526616 w 1206752"/>
                <a:gd name="connsiteY2" fmla="*/ 1054277 h 1779038"/>
                <a:gd name="connsiteX3" fmla="*/ 1083331 w 1206752"/>
                <a:gd name="connsiteY3" fmla="*/ 1242 h 1779038"/>
                <a:gd name="connsiteX4" fmla="*/ 1159694 w 1206752"/>
                <a:gd name="connsiteY4" fmla="*/ 21907 h 1779038"/>
                <a:gd name="connsiteX5" fmla="*/ 1206426 w 1206752"/>
                <a:gd name="connsiteY5" fmla="*/ 62249 h 1779038"/>
                <a:gd name="connsiteX6" fmla="*/ 879801 w 1206752"/>
                <a:gd name="connsiteY6" fmla="*/ 1141478 h 1779038"/>
                <a:gd name="connsiteX7" fmla="*/ 987737 w 1206752"/>
                <a:gd name="connsiteY7" fmla="*/ 1174115 h 1779038"/>
                <a:gd name="connsiteX8" fmla="*/ 1010977 w 1206752"/>
                <a:gd name="connsiteY8" fmla="*/ 1226987 h 1779038"/>
                <a:gd name="connsiteX9" fmla="*/ 978340 w 1206752"/>
                <a:gd name="connsiteY9" fmla="*/ 1334922 h 1779038"/>
                <a:gd name="connsiteX10" fmla="*/ 954911 w 1206752"/>
                <a:gd name="connsiteY10" fmla="*/ 1347451 h 1779038"/>
                <a:gd name="connsiteX11" fmla="*/ 930919 w 1206752"/>
                <a:gd name="connsiteY11" fmla="*/ 1340184 h 1779038"/>
                <a:gd name="connsiteX12" fmla="*/ 828997 w 1206752"/>
                <a:gd name="connsiteY12" fmla="*/ 1309363 h 1779038"/>
                <a:gd name="connsiteX13" fmla="*/ 767293 w 1206752"/>
                <a:gd name="connsiteY13" fmla="*/ 1513207 h 1779038"/>
                <a:gd name="connsiteX14" fmla="*/ 766604 w 1206752"/>
                <a:gd name="connsiteY14" fmla="*/ 1558811 h 1779038"/>
                <a:gd name="connsiteX15" fmla="*/ 789845 w 1206752"/>
                <a:gd name="connsiteY15" fmla="*/ 1611683 h 1779038"/>
                <a:gd name="connsiteX16" fmla="*/ 805130 w 1206752"/>
                <a:gd name="connsiteY16" fmla="*/ 1734152 h 1779038"/>
                <a:gd name="connsiteX17" fmla="*/ 772618 w 1206752"/>
                <a:gd name="connsiteY17" fmla="*/ 1776687 h 1779038"/>
                <a:gd name="connsiteX18" fmla="*/ 280989 w 1206752"/>
                <a:gd name="connsiteY18" fmla="*/ 1627908 h 1779038"/>
                <a:gd name="connsiteX19" fmla="*/ 268523 w 1206752"/>
                <a:gd name="connsiteY19" fmla="*/ 1538891 h 1779038"/>
                <a:gd name="connsiteX20" fmla="*/ 347892 w 1206752"/>
                <a:gd name="connsiteY20" fmla="*/ 1471298 h 1779038"/>
                <a:gd name="connsiteX21" fmla="*/ 378587 w 1206752"/>
                <a:gd name="connsiteY21" fmla="*/ 1434776 h 1779038"/>
                <a:gd name="connsiteX22" fmla="*/ 451192 w 1206752"/>
                <a:gd name="connsiteY22" fmla="*/ 1194976 h 1779038"/>
                <a:gd name="connsiteX23" fmla="*/ 31478 w 1206752"/>
                <a:gd name="connsiteY23" fmla="*/ 1067934 h 1779038"/>
                <a:gd name="connsiteX24" fmla="*/ 4604 w 1206752"/>
                <a:gd name="connsiteY24" fmla="*/ 1027090 h 1779038"/>
                <a:gd name="connsiteX25" fmla="*/ 59042 w 1206752"/>
                <a:gd name="connsiteY25" fmla="*/ 847240 h 1779038"/>
                <a:gd name="connsiteX26" fmla="*/ 618263 w 1206752"/>
                <a:gd name="connsiteY26" fmla="*/ 362000 h 1779038"/>
                <a:gd name="connsiteX27" fmla="*/ 1010914 w 1206752"/>
                <a:gd name="connsiteY27" fmla="*/ 16143 h 1779038"/>
                <a:gd name="connsiteX28" fmla="*/ 1083331 w 1206752"/>
                <a:gd name="connsiteY28" fmla="*/ 1242 h 17790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1206752" h="1779038">
                  <a:moveTo>
                    <a:pt x="684478" y="532642"/>
                  </a:moveTo>
                  <a:lnTo>
                    <a:pt x="202809" y="956302"/>
                  </a:lnTo>
                  <a:lnTo>
                    <a:pt x="526616" y="1054277"/>
                  </a:lnTo>
                  <a:close/>
                  <a:moveTo>
                    <a:pt x="1083331" y="1242"/>
                  </a:moveTo>
                  <a:cubicBezTo>
                    <a:pt x="1107699" y="4523"/>
                    <a:pt x="1132726" y="13732"/>
                    <a:pt x="1159694" y="21907"/>
                  </a:cubicBezTo>
                  <a:cubicBezTo>
                    <a:pt x="1213692" y="38257"/>
                    <a:pt x="1206426" y="62249"/>
                    <a:pt x="1206426" y="62249"/>
                  </a:cubicBezTo>
                  <a:lnTo>
                    <a:pt x="879801" y="1141478"/>
                  </a:lnTo>
                  <a:cubicBezTo>
                    <a:pt x="879801" y="1141478"/>
                    <a:pt x="951778" y="1163218"/>
                    <a:pt x="987737" y="1174115"/>
                  </a:cubicBezTo>
                  <a:cubicBezTo>
                    <a:pt x="1023694" y="1185015"/>
                    <a:pt x="1010977" y="1226987"/>
                    <a:pt x="1010977" y="1226987"/>
                  </a:cubicBezTo>
                  <a:cubicBezTo>
                    <a:pt x="1010977" y="1226987"/>
                    <a:pt x="985607" y="1310930"/>
                    <a:pt x="978340" y="1334922"/>
                  </a:cubicBezTo>
                  <a:cubicBezTo>
                    <a:pt x="966876" y="1351084"/>
                    <a:pt x="954911" y="1347451"/>
                    <a:pt x="954911" y="1347451"/>
                  </a:cubicBezTo>
                  <a:lnTo>
                    <a:pt x="930919" y="1340184"/>
                  </a:lnTo>
                  <a:lnTo>
                    <a:pt x="828997" y="1309363"/>
                  </a:lnTo>
                  <a:lnTo>
                    <a:pt x="767293" y="1513207"/>
                  </a:lnTo>
                  <a:cubicBezTo>
                    <a:pt x="767293" y="1513207"/>
                    <a:pt x="764223" y="1545030"/>
                    <a:pt x="766604" y="1558811"/>
                  </a:cubicBezTo>
                  <a:cubicBezTo>
                    <a:pt x="769485" y="1592451"/>
                    <a:pt x="789845" y="1611683"/>
                    <a:pt x="789845" y="1611683"/>
                  </a:cubicBezTo>
                  <a:cubicBezTo>
                    <a:pt x="834134" y="1638244"/>
                    <a:pt x="823296" y="1674201"/>
                    <a:pt x="805130" y="1734152"/>
                  </a:cubicBezTo>
                  <a:cubicBezTo>
                    <a:pt x="786963" y="1794102"/>
                    <a:pt x="772618" y="1776687"/>
                    <a:pt x="772618" y="1776687"/>
                  </a:cubicBezTo>
                  <a:lnTo>
                    <a:pt x="280989" y="1627908"/>
                  </a:lnTo>
                  <a:cubicBezTo>
                    <a:pt x="233004" y="1613374"/>
                    <a:pt x="254115" y="1587064"/>
                    <a:pt x="268523" y="1538891"/>
                  </a:cubicBezTo>
                  <a:cubicBezTo>
                    <a:pt x="283056" y="1490968"/>
                    <a:pt x="318450" y="1482010"/>
                    <a:pt x="347892" y="1471298"/>
                  </a:cubicBezTo>
                  <a:cubicBezTo>
                    <a:pt x="377335" y="1460586"/>
                    <a:pt x="378587" y="1434776"/>
                    <a:pt x="378587" y="1434776"/>
                  </a:cubicBezTo>
                  <a:lnTo>
                    <a:pt x="451192" y="1194976"/>
                  </a:lnTo>
                  <a:cubicBezTo>
                    <a:pt x="451192" y="1194976"/>
                    <a:pt x="79463" y="1082467"/>
                    <a:pt x="31478" y="1067934"/>
                  </a:cubicBezTo>
                  <a:cubicBezTo>
                    <a:pt x="-16445" y="1053463"/>
                    <a:pt x="4604" y="1027090"/>
                    <a:pt x="4604" y="1027090"/>
                  </a:cubicBezTo>
                  <a:lnTo>
                    <a:pt x="59042" y="847240"/>
                  </a:lnTo>
                  <a:lnTo>
                    <a:pt x="618263" y="362000"/>
                  </a:lnTo>
                  <a:cubicBezTo>
                    <a:pt x="618263" y="362000"/>
                    <a:pt x="964620" y="61059"/>
                    <a:pt x="1010914" y="16143"/>
                  </a:cubicBezTo>
                  <a:cubicBezTo>
                    <a:pt x="1035251" y="608"/>
                    <a:pt x="1058962" y="-2039"/>
                    <a:pt x="1083331" y="1242"/>
                  </a:cubicBezTo>
                  <a:close/>
                </a:path>
              </a:pathLst>
            </a:custGeom>
            <a:solidFill>
              <a:schemeClr val="lt1">
                <a:lumMod val="85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defTabSz="914400"/>
              <a:endParaRPr lang="zh-CN" altLang="en-US">
                <a:solidFill>
                  <a:schemeClr val="lt1"/>
                </a:solidFill>
              </a:endParaRPr>
            </a:p>
          </p:txBody>
        </p:sp>
        <p:sp>
          <p:nvSpPr>
            <p:cNvPr id="52" name="任意多边形: 形状 51"/>
            <p:cNvSpPr/>
            <p:nvPr>
              <p:custDataLst>
                <p:tags r:id="rId16"/>
              </p:custDataLst>
            </p:nvPr>
          </p:nvSpPr>
          <p:spPr>
            <a:xfrm>
              <a:off x="7709950" y="1161573"/>
              <a:ext cx="1022488" cy="1792947"/>
            </a:xfrm>
            <a:custGeom>
              <a:avLst/>
              <a:gdLst>
                <a:gd name="connsiteX0" fmla="*/ 508808 w 1022488"/>
                <a:gd name="connsiteY0" fmla="*/ 626749 h 1792947"/>
                <a:gd name="connsiteX1" fmla="*/ 170531 w 1022488"/>
                <a:gd name="connsiteY1" fmla="*/ 1171751 h 1792947"/>
                <a:gd name="connsiteX2" fmla="*/ 508808 w 1022488"/>
                <a:gd name="connsiteY2" fmla="*/ 1171751 h 1792947"/>
                <a:gd name="connsiteX3" fmla="*/ 815763 w 1022488"/>
                <a:gd name="connsiteY3" fmla="*/ 310 h 1792947"/>
                <a:gd name="connsiteX4" fmla="*/ 872142 w 1022488"/>
                <a:gd name="connsiteY4" fmla="*/ 25368 h 1792947"/>
                <a:gd name="connsiteX5" fmla="*/ 872142 w 1022488"/>
                <a:gd name="connsiteY5" fmla="*/ 1152958 h 1792947"/>
                <a:gd name="connsiteX6" fmla="*/ 984901 w 1022488"/>
                <a:gd name="connsiteY6" fmla="*/ 1152958 h 1792947"/>
                <a:gd name="connsiteX7" fmla="*/ 1022488 w 1022488"/>
                <a:gd name="connsiteY7" fmla="*/ 1196808 h 1792947"/>
                <a:gd name="connsiteX8" fmla="*/ 1022488 w 1022488"/>
                <a:gd name="connsiteY8" fmla="*/ 1309567 h 1792947"/>
                <a:gd name="connsiteX9" fmla="*/ 1003694 w 1022488"/>
                <a:gd name="connsiteY9" fmla="*/ 1328360 h 1792947"/>
                <a:gd name="connsiteX10" fmla="*/ 978637 w 1022488"/>
                <a:gd name="connsiteY10" fmla="*/ 1328360 h 1792947"/>
                <a:gd name="connsiteX11" fmla="*/ 872142 w 1022488"/>
                <a:gd name="connsiteY11" fmla="*/ 1328360 h 1792947"/>
                <a:gd name="connsiteX12" fmla="*/ 872142 w 1022488"/>
                <a:gd name="connsiteY12" fmla="*/ 1541349 h 1792947"/>
                <a:gd name="connsiteX13" fmla="*/ 884671 w 1022488"/>
                <a:gd name="connsiteY13" fmla="*/ 1585200 h 1792947"/>
                <a:gd name="connsiteX14" fmla="*/ 922257 w 1022488"/>
                <a:gd name="connsiteY14" fmla="*/ 1629051 h 1792947"/>
                <a:gd name="connsiteX15" fmla="*/ 972372 w 1022488"/>
                <a:gd name="connsiteY15" fmla="*/ 1741810 h 1792947"/>
                <a:gd name="connsiteX16" fmla="*/ 953579 w 1022488"/>
                <a:gd name="connsiteY16" fmla="*/ 1791925 h 1792947"/>
                <a:gd name="connsiteX17" fmla="*/ 439900 w 1022488"/>
                <a:gd name="connsiteY17" fmla="*/ 1791925 h 1792947"/>
                <a:gd name="connsiteX18" fmla="*/ 402314 w 1022488"/>
                <a:gd name="connsiteY18" fmla="*/ 1710488 h 1792947"/>
                <a:gd name="connsiteX19" fmla="*/ 458693 w 1022488"/>
                <a:gd name="connsiteY19" fmla="*/ 1622787 h 1792947"/>
                <a:gd name="connsiteX20" fmla="*/ 477486 w 1022488"/>
                <a:gd name="connsiteY20" fmla="*/ 1578936 h 1792947"/>
                <a:gd name="connsiteX21" fmla="*/ 477486 w 1022488"/>
                <a:gd name="connsiteY21" fmla="*/ 1328360 h 1792947"/>
                <a:gd name="connsiteX22" fmla="*/ 38979 w 1022488"/>
                <a:gd name="connsiteY22" fmla="*/ 1328360 h 1792947"/>
                <a:gd name="connsiteX23" fmla="*/ 1393 w 1022488"/>
                <a:gd name="connsiteY23" fmla="*/ 1297038 h 1792947"/>
                <a:gd name="connsiteX24" fmla="*/ 1393 w 1022488"/>
                <a:gd name="connsiteY24" fmla="*/ 1109107 h 1792947"/>
                <a:gd name="connsiteX25" fmla="*/ 396049 w 1022488"/>
                <a:gd name="connsiteY25" fmla="*/ 482668 h 1792947"/>
                <a:gd name="connsiteX26" fmla="*/ 671682 w 1022488"/>
                <a:gd name="connsiteY26" fmla="*/ 37897 h 1792947"/>
                <a:gd name="connsiteX27" fmla="*/ 815763 w 1022488"/>
                <a:gd name="connsiteY27" fmla="*/ 310 h 179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1022488" h="1792947">
                  <a:moveTo>
                    <a:pt x="508808" y="626749"/>
                  </a:moveTo>
                  <a:lnTo>
                    <a:pt x="170531" y="1171751"/>
                  </a:lnTo>
                  <a:lnTo>
                    <a:pt x="508808" y="1171751"/>
                  </a:lnTo>
                  <a:close/>
                  <a:moveTo>
                    <a:pt x="815763" y="310"/>
                  </a:moveTo>
                  <a:cubicBezTo>
                    <a:pt x="872142" y="310"/>
                    <a:pt x="872142" y="25368"/>
                    <a:pt x="872142" y="25368"/>
                  </a:cubicBezTo>
                  <a:lnTo>
                    <a:pt x="872142" y="1152958"/>
                  </a:lnTo>
                  <a:cubicBezTo>
                    <a:pt x="872142" y="1152958"/>
                    <a:pt x="947315" y="1152958"/>
                    <a:pt x="984901" y="1152958"/>
                  </a:cubicBezTo>
                  <a:cubicBezTo>
                    <a:pt x="1022488" y="1152958"/>
                    <a:pt x="1022488" y="1196808"/>
                    <a:pt x="1022488" y="1196808"/>
                  </a:cubicBezTo>
                  <a:cubicBezTo>
                    <a:pt x="1022488" y="1196808"/>
                    <a:pt x="1022488" y="1284510"/>
                    <a:pt x="1022488" y="1309567"/>
                  </a:cubicBezTo>
                  <a:cubicBezTo>
                    <a:pt x="1016223" y="1328360"/>
                    <a:pt x="1003694" y="1328360"/>
                    <a:pt x="1003694" y="1328360"/>
                  </a:cubicBezTo>
                  <a:lnTo>
                    <a:pt x="978637" y="1328360"/>
                  </a:lnTo>
                  <a:lnTo>
                    <a:pt x="872142" y="1328360"/>
                  </a:lnTo>
                  <a:lnTo>
                    <a:pt x="872142" y="1541349"/>
                  </a:lnTo>
                  <a:cubicBezTo>
                    <a:pt x="872142" y="1541349"/>
                    <a:pt x="878407" y="1572671"/>
                    <a:pt x="884671" y="1585200"/>
                  </a:cubicBezTo>
                  <a:cubicBezTo>
                    <a:pt x="897200" y="1616522"/>
                    <a:pt x="922257" y="1629051"/>
                    <a:pt x="922257" y="1629051"/>
                  </a:cubicBezTo>
                  <a:cubicBezTo>
                    <a:pt x="972372" y="1641580"/>
                    <a:pt x="972372" y="1679166"/>
                    <a:pt x="972372" y="1741810"/>
                  </a:cubicBezTo>
                  <a:cubicBezTo>
                    <a:pt x="972372" y="1804454"/>
                    <a:pt x="953579" y="1791925"/>
                    <a:pt x="953579" y="1791925"/>
                  </a:cubicBezTo>
                  <a:lnTo>
                    <a:pt x="439900" y="1791925"/>
                  </a:lnTo>
                  <a:cubicBezTo>
                    <a:pt x="389785" y="1791925"/>
                    <a:pt x="402314" y="1760603"/>
                    <a:pt x="402314" y="1710488"/>
                  </a:cubicBezTo>
                  <a:cubicBezTo>
                    <a:pt x="402314" y="1660373"/>
                    <a:pt x="433636" y="1641580"/>
                    <a:pt x="458693" y="1622787"/>
                  </a:cubicBezTo>
                  <a:cubicBezTo>
                    <a:pt x="483751" y="1603993"/>
                    <a:pt x="477486" y="1578936"/>
                    <a:pt x="477486" y="1578936"/>
                  </a:cubicBezTo>
                  <a:lnTo>
                    <a:pt x="477486" y="1328360"/>
                  </a:lnTo>
                  <a:cubicBezTo>
                    <a:pt x="477486" y="1328360"/>
                    <a:pt x="89094" y="1328360"/>
                    <a:pt x="38979" y="1328360"/>
                  </a:cubicBezTo>
                  <a:cubicBezTo>
                    <a:pt x="-11136" y="1328360"/>
                    <a:pt x="1393" y="1297038"/>
                    <a:pt x="1393" y="1297038"/>
                  </a:cubicBezTo>
                  <a:lnTo>
                    <a:pt x="1393" y="1109107"/>
                  </a:lnTo>
                  <a:lnTo>
                    <a:pt x="396049" y="482668"/>
                  </a:lnTo>
                  <a:cubicBezTo>
                    <a:pt x="396049" y="482668"/>
                    <a:pt x="640360" y="94276"/>
                    <a:pt x="671682" y="37897"/>
                  </a:cubicBezTo>
                  <a:cubicBezTo>
                    <a:pt x="709268" y="-5954"/>
                    <a:pt x="759383" y="310"/>
                    <a:pt x="815763" y="310"/>
                  </a:cubicBezTo>
                  <a:close/>
                </a:path>
              </a:pathLst>
            </a:cu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defTabSz="914400"/>
              <a:endParaRPr lang="zh-CN" altLang="en-US">
                <a:solidFill>
                  <a:schemeClr val="lt1"/>
                </a:solidFill>
              </a:endParaRPr>
            </a:p>
          </p:txBody>
        </p:sp>
      </p:grpSp>
      <p:sp>
        <p:nvSpPr>
          <p:cNvPr id="17" name="文本框 16"/>
          <p:cNvSpPr txBox="1"/>
          <p:nvPr>
            <p:custDataLst>
              <p:tags r:id="rId17"/>
            </p:custDataLst>
          </p:nvPr>
        </p:nvSpPr>
        <p:spPr>
          <a:xfrm>
            <a:off x="1193800" y="1691640"/>
            <a:ext cx="7264400" cy="2413635"/>
          </a:xfrm>
          <a:prstGeom prst="rect">
            <a:avLst/>
          </a:prstGeom>
          <a:noFill/>
        </p:spPr>
        <p:txBody>
          <a:bodyPr wrap="square" lIns="101600" tIns="0" rIns="82550" bIns="0" rtlCol="0" anchor="t" anchorCtr="0">
            <a:spAutoFit/>
          </a:bodyPr>
          <a:lstStyle>
            <a:defPPr>
              <a:defRPr lang="zh-CN"/>
            </a:defPPr>
            <a:lvl1pPr fontAlgn="auto">
              <a:lnSpc>
                <a:spcPct val="130000"/>
              </a:lnSpc>
              <a:spcAft>
                <a:spcPts val="1000"/>
              </a:spcAft>
              <a:defRPr sz="1600" spc="150"/>
            </a:lvl1pPr>
          </a:lstStyle>
          <a:p>
            <a:pPr marL="0" lvl="0" indent="0" algn="l" defTabSz="914400" fontAlgn="ctr">
              <a:lnSpc>
                <a:spcPct val="130000"/>
              </a:lnSpc>
              <a:spcBef>
                <a:spcPts val="2535"/>
              </a:spcBef>
              <a:spcAft>
                <a:spcPts val="0"/>
              </a:spcAft>
              <a:buSzPct val="100000"/>
              <a:buNone/>
            </a:pPr>
            <a:r>
              <a:rPr lang="zh-CN" altLang="en-US" sz="1800" spc="30" dirty="0">
                <a:ln w="3175">
                  <a:noFill/>
                  <a:prstDash val="dash"/>
                </a:ln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每一条成功发布的产品，系统会自动记录产品 ID 与发布日期</a:t>
            </a:r>
            <a:endParaRPr lang="zh-CN" altLang="en-US" sz="1800" spc="30" dirty="0">
              <a:ln w="3175">
                <a:noFill/>
                <a:prstDash val="dash"/>
              </a:ln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0" lvl="0" indent="0" algn="l" defTabSz="914400" fontAlgn="ctr">
              <a:lnSpc>
                <a:spcPct val="130000"/>
              </a:lnSpc>
              <a:spcBef>
                <a:spcPts val="2535"/>
              </a:spcBef>
              <a:spcAft>
                <a:spcPts val="0"/>
              </a:spcAft>
              <a:buSzPct val="100000"/>
              <a:buNone/>
            </a:pPr>
            <a:r>
              <a:rPr lang="zh-CN" altLang="en-US" sz="1800" spc="30" dirty="0">
                <a:ln w="3175">
                  <a:noFill/>
                  <a:prstDash val="dash"/>
                </a:ln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结合店铺数据分析，按周曝光等维度筛选表现突出的新品</a:t>
            </a:r>
            <a:endParaRPr lang="zh-CN" altLang="en-US" sz="1800" spc="30" dirty="0">
              <a:ln w="3175">
                <a:noFill/>
                <a:prstDash val="dash"/>
              </a:ln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0" lvl="0" indent="0" algn="l" defTabSz="914400" fontAlgn="ctr">
              <a:lnSpc>
                <a:spcPct val="130000"/>
              </a:lnSpc>
              <a:spcBef>
                <a:spcPts val="2535"/>
              </a:spcBef>
              <a:spcAft>
                <a:spcPts val="0"/>
              </a:spcAft>
              <a:buSzPct val="100000"/>
              <a:buNone/>
            </a:pPr>
            <a:r>
              <a:rPr lang="zh-CN" altLang="en-US" sz="1800" spc="30" dirty="0">
                <a:ln w="3175">
                  <a:noFill/>
                  <a:prstDash val="dash"/>
                </a:ln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在控制台「推荐关注」区域集中展示，方便优先跟进</a:t>
            </a:r>
            <a:endParaRPr lang="zh-CN" altLang="en-US" sz="1800" spc="30" dirty="0">
              <a:ln w="3175">
                <a:noFill/>
                <a:prstDash val="dash"/>
              </a:ln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0" lvl="0" indent="0" algn="l" defTabSz="914400" fontAlgn="ctr">
              <a:lnSpc>
                <a:spcPct val="130000"/>
              </a:lnSpc>
              <a:spcBef>
                <a:spcPts val="2535"/>
              </a:spcBef>
              <a:spcAft>
                <a:spcPts val="0"/>
              </a:spcAft>
              <a:buSzPct val="100000"/>
              <a:buNone/>
            </a:pPr>
            <a:r>
              <a:rPr lang="zh-CN" altLang="en-US" sz="1800" spc="30" dirty="0">
                <a:ln w="3175">
                  <a:noFill/>
                  <a:prstDash val="dash"/>
                </a:ln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帮助您回答：哪些新品值得加橱窗、加推广、重点优化</a:t>
            </a:r>
            <a:endParaRPr lang="zh-CN" altLang="en-US" sz="1800" spc="30" dirty="0">
              <a:ln w="3175">
                <a:noFill/>
                <a:prstDash val="dash"/>
              </a:ln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5" name="Rectangle 4"/>
          <p:cNvSpPr/>
          <p:nvPr>
            <p:custDataLst>
              <p:tags r:id="rId18"/>
            </p:custDataLst>
          </p:nvPr>
        </p:nvSpPr>
        <p:spPr>
          <a:xfrm>
            <a:off x="594360" y="5440680"/>
            <a:ext cx="7955279" cy="65836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rtlCol="0" anchor="ctr"/>
          <a:lstStyle/>
          <a:p>
            <a:pPr defTabSz="457200">
              <a:defRPr sz="1400" i="1">
                <a:solidFill>
                  <a:srgbClr val="0F4C81"/>
                </a:solidFill>
              </a:defRPr>
            </a:pPr>
            <a:r>
              <a:rPr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上新之后，也能看得见、跟得上。</a:t>
            </a:r>
            <a:endParaRPr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custDataLst>
      <p:tags r:id="rId19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8" name="组合 7"/>
          <p:cNvGrpSpPr/>
          <p:nvPr userDrawn="1">
            <p:custDataLst>
              <p:tags r:id="rId1"/>
            </p:custDataLst>
          </p:nvPr>
        </p:nvGrpSpPr>
        <p:grpSpPr>
          <a:xfrm>
            <a:off x="3001198" y="6045200"/>
            <a:ext cx="6142802" cy="812800"/>
            <a:chOff x="4001597" y="5613400"/>
            <a:chExt cx="8190403" cy="1244600"/>
          </a:xfrm>
        </p:grpSpPr>
        <p:sp>
          <p:nvSpPr>
            <p:cNvPr id="9" name="任意多边形: 形状 8"/>
            <p:cNvSpPr/>
            <p:nvPr>
              <p:custDataLst>
                <p:tags r:id="rId2"/>
              </p:custDataLst>
            </p:nvPr>
          </p:nvSpPr>
          <p:spPr>
            <a:xfrm>
              <a:off x="4001597" y="5613400"/>
              <a:ext cx="8190402" cy="1244600"/>
            </a:xfrm>
            <a:custGeom>
              <a:avLst/>
              <a:gdLst>
                <a:gd name="connsiteX0" fmla="*/ 8190402 w 8190402"/>
                <a:gd name="connsiteY0" fmla="*/ 0 h 1244600"/>
                <a:gd name="connsiteX1" fmla="*/ 8190402 w 8190402"/>
                <a:gd name="connsiteY1" fmla="*/ 1155849 h 1244600"/>
                <a:gd name="connsiteX2" fmla="*/ 4203232 w 8190402"/>
                <a:gd name="connsiteY2" fmla="*/ 1244600 h 1244600"/>
                <a:gd name="connsiteX3" fmla="*/ 0 w 8190402"/>
                <a:gd name="connsiteY3" fmla="*/ 1244600 h 1244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190402" h="1244600">
                  <a:moveTo>
                    <a:pt x="8190402" y="0"/>
                  </a:moveTo>
                  <a:lnTo>
                    <a:pt x="8190402" y="1155849"/>
                  </a:lnTo>
                  <a:lnTo>
                    <a:pt x="4203232" y="1244600"/>
                  </a:lnTo>
                  <a:lnTo>
                    <a:pt x="0" y="1244600"/>
                  </a:ln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 defTabSz="914400"/>
              <a:endParaRPr lang="zh-CN" altLang="en-US" sz="135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0" name="等腰三角形 9"/>
            <p:cNvSpPr/>
            <p:nvPr>
              <p:custDataLst>
                <p:tags r:id="rId3"/>
              </p:custDataLst>
            </p:nvPr>
          </p:nvSpPr>
          <p:spPr>
            <a:xfrm>
              <a:off x="5816600" y="5949254"/>
              <a:ext cx="6375400" cy="908746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 defTabSz="914400"/>
              <a:endParaRPr lang="zh-CN" altLang="en-US" sz="135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2" name="Rectangle 1"/>
          <p:cNvSpPr/>
          <p:nvPr>
            <p:custDataLst>
              <p:tags r:id="rId4"/>
            </p:custDataLst>
          </p:nvPr>
        </p:nvSpPr>
        <p:spPr>
          <a:xfrm>
            <a:off x="0" y="0"/>
            <a:ext cx="9144000" cy="914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457200">
              <a:defRPr sz="2600" b="1">
                <a:solidFill>
                  <a:srgbClr val="FFFFFF"/>
                </a:solidFill>
              </a:defRPr>
            </a:pPr>
            <a:r>
              <a:rPr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运营数据，自动汇总</a:t>
            </a:r>
            <a:endParaRPr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94360" y="987552"/>
            <a:ext cx="1998980" cy="2914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defTabSz="457200">
              <a:defRPr sz="1300">
                <a:solidFill>
                  <a:srgbClr val="6B7A8C"/>
                </a:solidFill>
              </a:defRPr>
            </a:pPr>
            <a:r>
              <a:rPr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减少每周手工下载与拼表</a:t>
            </a:r>
            <a:endParaRPr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6" name="组合 5"/>
          <p:cNvGrpSpPr>
            <a:grpSpLocks noChangeAspect="1"/>
          </p:cNvGrpSpPr>
          <p:nvPr>
            <p:custDataLst>
              <p:tags r:id="rId5"/>
            </p:custDataLst>
          </p:nvPr>
        </p:nvGrpSpPr>
        <p:grpSpPr>
          <a:xfrm>
            <a:off x="769032" y="1629410"/>
            <a:ext cx="189135" cy="355600"/>
            <a:chOff x="1283913" y="1155618"/>
            <a:chExt cx="1013226" cy="1905000"/>
          </a:xfrm>
        </p:grpSpPr>
        <p:sp>
          <p:nvSpPr>
            <p:cNvPr id="7" name="任意多边形: 形状 3"/>
            <p:cNvSpPr/>
            <p:nvPr>
              <p:custDataLst>
                <p:tags r:id="rId6"/>
              </p:custDataLst>
            </p:nvPr>
          </p:nvSpPr>
          <p:spPr>
            <a:xfrm>
              <a:off x="1283913" y="1226700"/>
              <a:ext cx="1013226" cy="1833918"/>
            </a:xfrm>
            <a:custGeom>
              <a:avLst/>
              <a:gdLst/>
              <a:ahLst/>
              <a:cxnLst/>
              <a:rect l="0" t="0" r="0" b="0"/>
              <a:pathLst>
                <a:path w="2000378" h="3620645">
                  <a:moveTo>
                    <a:pt x="181229" y="3355341"/>
                  </a:moveTo>
                  <a:lnTo>
                    <a:pt x="232156" y="3371851"/>
                  </a:lnTo>
                  <a:lnTo>
                    <a:pt x="1120521" y="3613786"/>
                  </a:lnTo>
                  <a:cubicBezTo>
                    <a:pt x="1120521" y="3613786"/>
                    <a:pt x="1145032" y="3620644"/>
                    <a:pt x="1176274" y="3602991"/>
                  </a:cubicBezTo>
                  <a:cubicBezTo>
                    <a:pt x="1191895" y="3594228"/>
                    <a:pt x="1195324" y="3581909"/>
                    <a:pt x="1219327" y="3496311"/>
                  </a:cubicBezTo>
                  <a:cubicBezTo>
                    <a:pt x="1243330" y="3410713"/>
                    <a:pt x="1244727" y="3358389"/>
                    <a:pt x="1178179" y="3313304"/>
                  </a:cubicBezTo>
                  <a:cubicBezTo>
                    <a:pt x="1148334" y="3278633"/>
                    <a:pt x="1118489" y="3243835"/>
                    <a:pt x="1135634" y="3182748"/>
                  </a:cubicBezTo>
                  <a:lnTo>
                    <a:pt x="1319403" y="2502281"/>
                  </a:lnTo>
                  <a:lnTo>
                    <a:pt x="1637665" y="1364869"/>
                  </a:lnTo>
                  <a:lnTo>
                    <a:pt x="2000377" y="68453"/>
                  </a:lnTo>
                  <a:lnTo>
                    <a:pt x="1829181" y="20574"/>
                  </a:lnTo>
                  <a:lnTo>
                    <a:pt x="1780286" y="6858"/>
                  </a:lnTo>
                  <a:cubicBezTo>
                    <a:pt x="1780286" y="6858"/>
                    <a:pt x="1755775" y="0"/>
                    <a:pt x="1724533" y="17653"/>
                  </a:cubicBezTo>
                  <a:cubicBezTo>
                    <a:pt x="1693291" y="35306"/>
                    <a:pt x="1476121" y="198755"/>
                    <a:pt x="1476121" y="198755"/>
                  </a:cubicBezTo>
                  <a:cubicBezTo>
                    <a:pt x="1476121" y="198755"/>
                    <a:pt x="1144016" y="395987"/>
                    <a:pt x="1060323" y="412115"/>
                  </a:cubicBezTo>
                  <a:cubicBezTo>
                    <a:pt x="957580" y="449326"/>
                    <a:pt x="851408" y="498730"/>
                    <a:pt x="691007" y="506603"/>
                  </a:cubicBezTo>
                  <a:cubicBezTo>
                    <a:pt x="631825" y="529590"/>
                    <a:pt x="607314" y="522733"/>
                    <a:pt x="576580" y="632841"/>
                  </a:cubicBezTo>
                  <a:cubicBezTo>
                    <a:pt x="545846" y="742950"/>
                    <a:pt x="561467" y="734060"/>
                    <a:pt x="561467" y="734060"/>
                  </a:cubicBezTo>
                  <a:cubicBezTo>
                    <a:pt x="561467" y="734060"/>
                    <a:pt x="544322" y="795275"/>
                    <a:pt x="713613" y="803021"/>
                  </a:cubicBezTo>
                  <a:cubicBezTo>
                    <a:pt x="882904" y="810768"/>
                    <a:pt x="963041" y="806831"/>
                    <a:pt x="963041" y="806831"/>
                  </a:cubicBezTo>
                  <a:lnTo>
                    <a:pt x="644779" y="1944243"/>
                  </a:lnTo>
                  <a:lnTo>
                    <a:pt x="415544" y="2763647"/>
                  </a:lnTo>
                  <a:lnTo>
                    <a:pt x="364236" y="2947162"/>
                  </a:lnTo>
                  <a:cubicBezTo>
                    <a:pt x="364236" y="2947162"/>
                    <a:pt x="361315" y="3051810"/>
                    <a:pt x="127508" y="3039237"/>
                  </a:cubicBezTo>
                  <a:cubicBezTo>
                    <a:pt x="99568" y="3044572"/>
                    <a:pt x="92837" y="3069083"/>
                    <a:pt x="79121" y="3117978"/>
                  </a:cubicBezTo>
                  <a:cubicBezTo>
                    <a:pt x="65405" y="3166873"/>
                    <a:pt x="44958" y="3240279"/>
                    <a:pt x="44958" y="3240279"/>
                  </a:cubicBezTo>
                  <a:cubicBezTo>
                    <a:pt x="44958" y="3240279"/>
                    <a:pt x="0" y="3306827"/>
                    <a:pt x="109982" y="3337561"/>
                  </a:cubicBezTo>
                  <a:cubicBezTo>
                    <a:pt x="158750" y="3351277"/>
                    <a:pt x="173101" y="3354198"/>
                    <a:pt x="181229" y="3355341"/>
                  </a:cubicBezTo>
                  <a:close/>
                </a:path>
              </a:pathLst>
            </a:custGeom>
            <a:solidFill>
              <a:schemeClr val="lt1">
                <a:lumMod val="85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/>
              <a:endParaRPr lang="zh-CN" altLang="en-US">
                <a:solidFill>
                  <a:schemeClr val="lt1"/>
                </a:solidFill>
              </a:endParaRPr>
            </a:p>
          </p:txBody>
        </p:sp>
        <p:sp>
          <p:nvSpPr>
            <p:cNvPr id="11" name="任意多边形: 形状 4"/>
            <p:cNvSpPr/>
            <p:nvPr>
              <p:custDataLst>
                <p:tags r:id="rId7"/>
              </p:custDataLst>
            </p:nvPr>
          </p:nvSpPr>
          <p:spPr>
            <a:xfrm>
              <a:off x="1356217" y="1155618"/>
              <a:ext cx="704389" cy="1852637"/>
            </a:xfrm>
            <a:custGeom>
              <a:avLst/>
              <a:gdLst/>
              <a:ahLst/>
              <a:cxnLst/>
              <a:rect l="0" t="0" r="0" b="0"/>
              <a:pathLst>
                <a:path w="1390651" h="3657601">
                  <a:moveTo>
                    <a:pt x="352933" y="3655441"/>
                  </a:moveTo>
                  <a:lnTo>
                    <a:pt x="406400" y="3657600"/>
                  </a:lnTo>
                  <a:lnTo>
                    <a:pt x="1327150" y="3651250"/>
                  </a:lnTo>
                  <a:cubicBezTo>
                    <a:pt x="1327150" y="3651250"/>
                    <a:pt x="1352550" y="3651250"/>
                    <a:pt x="1377950" y="3625850"/>
                  </a:cubicBezTo>
                  <a:cubicBezTo>
                    <a:pt x="1390650" y="3613150"/>
                    <a:pt x="1390650" y="3600450"/>
                    <a:pt x="1390650" y="3511550"/>
                  </a:cubicBezTo>
                  <a:cubicBezTo>
                    <a:pt x="1390650" y="3422650"/>
                    <a:pt x="1377950" y="3371850"/>
                    <a:pt x="1301750" y="3346450"/>
                  </a:cubicBezTo>
                  <a:cubicBezTo>
                    <a:pt x="1263650" y="3321050"/>
                    <a:pt x="1225550" y="3295650"/>
                    <a:pt x="1225550" y="3232150"/>
                  </a:cubicBezTo>
                  <a:lnTo>
                    <a:pt x="1219200" y="2527300"/>
                  </a:lnTo>
                  <a:lnTo>
                    <a:pt x="1219200" y="1346200"/>
                  </a:lnTo>
                  <a:lnTo>
                    <a:pt x="1219200" y="0"/>
                  </a:lnTo>
                  <a:lnTo>
                    <a:pt x="1041400" y="0"/>
                  </a:lnTo>
                  <a:lnTo>
                    <a:pt x="990600" y="0"/>
                  </a:lnTo>
                  <a:cubicBezTo>
                    <a:pt x="990600" y="0"/>
                    <a:pt x="965200" y="0"/>
                    <a:pt x="939800" y="25400"/>
                  </a:cubicBezTo>
                  <a:cubicBezTo>
                    <a:pt x="914400" y="50800"/>
                    <a:pt x="749300" y="266700"/>
                    <a:pt x="749300" y="266700"/>
                  </a:cubicBezTo>
                  <a:cubicBezTo>
                    <a:pt x="749300" y="266700"/>
                    <a:pt x="482600" y="546100"/>
                    <a:pt x="406400" y="584200"/>
                  </a:cubicBezTo>
                  <a:cubicBezTo>
                    <a:pt x="317500" y="647700"/>
                    <a:pt x="228600" y="723900"/>
                    <a:pt x="76200" y="774700"/>
                  </a:cubicBezTo>
                  <a:cubicBezTo>
                    <a:pt x="25400" y="812800"/>
                    <a:pt x="0" y="812800"/>
                    <a:pt x="0" y="927100"/>
                  </a:cubicBezTo>
                  <a:cubicBezTo>
                    <a:pt x="0" y="1041400"/>
                    <a:pt x="12700" y="1028700"/>
                    <a:pt x="12700" y="1028700"/>
                  </a:cubicBezTo>
                  <a:cubicBezTo>
                    <a:pt x="12700" y="1028700"/>
                    <a:pt x="12700" y="1092200"/>
                    <a:pt x="177800" y="1054100"/>
                  </a:cubicBezTo>
                  <a:cubicBezTo>
                    <a:pt x="342903" y="1016013"/>
                    <a:pt x="419100" y="990600"/>
                    <a:pt x="419100" y="990600"/>
                  </a:cubicBezTo>
                  <a:lnTo>
                    <a:pt x="419100" y="2171700"/>
                  </a:lnTo>
                  <a:lnTo>
                    <a:pt x="419100" y="3022600"/>
                  </a:lnTo>
                  <a:lnTo>
                    <a:pt x="419100" y="3213100"/>
                  </a:lnTo>
                  <a:cubicBezTo>
                    <a:pt x="419100" y="3213100"/>
                    <a:pt x="444500" y="3314700"/>
                    <a:pt x="215900" y="3365500"/>
                  </a:cubicBezTo>
                  <a:cubicBezTo>
                    <a:pt x="190500" y="3378200"/>
                    <a:pt x="190500" y="3403600"/>
                    <a:pt x="190500" y="3454400"/>
                  </a:cubicBezTo>
                  <a:cubicBezTo>
                    <a:pt x="190500" y="3505200"/>
                    <a:pt x="190500" y="3581400"/>
                    <a:pt x="190500" y="3581400"/>
                  </a:cubicBezTo>
                  <a:cubicBezTo>
                    <a:pt x="190500" y="3581400"/>
                    <a:pt x="165100" y="3657600"/>
                    <a:pt x="279400" y="3657600"/>
                  </a:cubicBezTo>
                  <a:cubicBezTo>
                    <a:pt x="330200" y="3657600"/>
                    <a:pt x="344678" y="3656584"/>
                    <a:pt x="352933" y="3655441"/>
                  </a:cubicBezTo>
                  <a:close/>
                </a:path>
              </a:pathLst>
            </a:cu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/>
              <a:endParaRPr lang="zh-CN" altLang="en-US">
                <a:solidFill>
                  <a:schemeClr val="lt1"/>
                </a:solidFill>
              </a:endParaRPr>
            </a:p>
          </p:txBody>
        </p:sp>
      </p:grpSp>
      <p:grpSp>
        <p:nvGrpSpPr>
          <p:cNvPr id="62" name="组合 61"/>
          <p:cNvGrpSpPr>
            <a:grpSpLocks noChangeAspect="1"/>
          </p:cNvGrpSpPr>
          <p:nvPr>
            <p:custDataLst>
              <p:tags r:id="rId8"/>
            </p:custDataLst>
          </p:nvPr>
        </p:nvGrpSpPr>
        <p:grpSpPr>
          <a:xfrm>
            <a:off x="735349" y="3666490"/>
            <a:ext cx="256502" cy="355600"/>
            <a:chOff x="3262468" y="1155618"/>
            <a:chExt cx="1374117" cy="1905000"/>
          </a:xfrm>
        </p:grpSpPr>
        <p:sp>
          <p:nvSpPr>
            <p:cNvPr id="12" name="任意多边形: 形状 6"/>
            <p:cNvSpPr/>
            <p:nvPr>
              <p:custDataLst>
                <p:tags r:id="rId9"/>
              </p:custDataLst>
            </p:nvPr>
          </p:nvSpPr>
          <p:spPr>
            <a:xfrm>
              <a:off x="3262468" y="1156762"/>
              <a:ext cx="1374117" cy="1903856"/>
            </a:xfrm>
            <a:custGeom>
              <a:avLst/>
              <a:gdLst/>
              <a:ahLst/>
              <a:cxnLst/>
              <a:rect l="0" t="0" r="0" b="0"/>
              <a:pathLst>
                <a:path w="2745487" h="3803905">
                  <a:moveTo>
                    <a:pt x="2261235" y="2882773"/>
                  </a:moveTo>
                  <a:lnTo>
                    <a:pt x="2089658" y="3270377"/>
                  </a:lnTo>
                  <a:lnTo>
                    <a:pt x="1880235" y="3700399"/>
                  </a:lnTo>
                  <a:lnTo>
                    <a:pt x="1835658" y="3767201"/>
                  </a:lnTo>
                  <a:cubicBezTo>
                    <a:pt x="1835658" y="3767201"/>
                    <a:pt x="1825625" y="3803904"/>
                    <a:pt x="1715389" y="3773932"/>
                  </a:cubicBezTo>
                  <a:cubicBezTo>
                    <a:pt x="1605153" y="3743833"/>
                    <a:pt x="1066038" y="3596894"/>
                    <a:pt x="1066038" y="3596894"/>
                  </a:cubicBezTo>
                  <a:lnTo>
                    <a:pt x="0" y="3306191"/>
                  </a:lnTo>
                  <a:lnTo>
                    <a:pt x="143637" y="2779268"/>
                  </a:lnTo>
                  <a:cubicBezTo>
                    <a:pt x="143637" y="2779268"/>
                    <a:pt x="172593" y="2721356"/>
                    <a:pt x="238252" y="2673477"/>
                  </a:cubicBezTo>
                  <a:cubicBezTo>
                    <a:pt x="303911" y="2625599"/>
                    <a:pt x="491109" y="2518664"/>
                    <a:pt x="491109" y="2518664"/>
                  </a:cubicBezTo>
                  <a:lnTo>
                    <a:pt x="731647" y="2360422"/>
                  </a:lnTo>
                  <a:lnTo>
                    <a:pt x="1094740" y="2090801"/>
                  </a:lnTo>
                  <a:cubicBezTo>
                    <a:pt x="1094740" y="2090801"/>
                    <a:pt x="1483487" y="1775587"/>
                    <a:pt x="1538097" y="1671955"/>
                  </a:cubicBezTo>
                  <a:cubicBezTo>
                    <a:pt x="1592706" y="1568323"/>
                    <a:pt x="1663954" y="1548257"/>
                    <a:pt x="1812036" y="1101598"/>
                  </a:cubicBezTo>
                  <a:cubicBezTo>
                    <a:pt x="1812036" y="1101598"/>
                    <a:pt x="1904492" y="810895"/>
                    <a:pt x="1913382" y="681609"/>
                  </a:cubicBezTo>
                  <a:cubicBezTo>
                    <a:pt x="1922272" y="552450"/>
                    <a:pt x="1929003" y="527939"/>
                    <a:pt x="1905635" y="468884"/>
                  </a:cubicBezTo>
                  <a:cubicBezTo>
                    <a:pt x="1882267" y="409830"/>
                    <a:pt x="1825371" y="328549"/>
                    <a:pt x="1711833" y="310770"/>
                  </a:cubicBezTo>
                  <a:cubicBezTo>
                    <a:pt x="1598168" y="292989"/>
                    <a:pt x="1591564" y="317500"/>
                    <a:pt x="1591564" y="317500"/>
                  </a:cubicBezTo>
                  <a:cubicBezTo>
                    <a:pt x="1591564" y="317500"/>
                    <a:pt x="1480185" y="339725"/>
                    <a:pt x="1454531" y="530225"/>
                  </a:cubicBezTo>
                  <a:cubicBezTo>
                    <a:pt x="1436751" y="643890"/>
                    <a:pt x="1408938" y="939039"/>
                    <a:pt x="1265174" y="1031495"/>
                  </a:cubicBezTo>
                  <a:cubicBezTo>
                    <a:pt x="1230630" y="1061593"/>
                    <a:pt x="1170559" y="1137286"/>
                    <a:pt x="1004570" y="1118362"/>
                  </a:cubicBezTo>
                  <a:cubicBezTo>
                    <a:pt x="967867" y="1108330"/>
                    <a:pt x="915416" y="1107186"/>
                    <a:pt x="851916" y="1050417"/>
                  </a:cubicBezTo>
                  <a:cubicBezTo>
                    <a:pt x="830707" y="1031494"/>
                    <a:pt x="703707" y="917829"/>
                    <a:pt x="752729" y="641604"/>
                  </a:cubicBezTo>
                  <a:cubicBezTo>
                    <a:pt x="766064" y="592582"/>
                    <a:pt x="830707" y="307467"/>
                    <a:pt x="1161542" y="108077"/>
                  </a:cubicBezTo>
                  <a:cubicBezTo>
                    <a:pt x="1192784" y="90297"/>
                    <a:pt x="1326388" y="34544"/>
                    <a:pt x="1409954" y="17780"/>
                  </a:cubicBezTo>
                  <a:cubicBezTo>
                    <a:pt x="1493519" y="1016"/>
                    <a:pt x="1730756" y="0"/>
                    <a:pt x="1865502" y="36703"/>
                  </a:cubicBezTo>
                  <a:cubicBezTo>
                    <a:pt x="1902206" y="46736"/>
                    <a:pt x="2040381" y="71247"/>
                    <a:pt x="2235326" y="177038"/>
                  </a:cubicBezTo>
                  <a:cubicBezTo>
                    <a:pt x="2268727" y="199263"/>
                    <a:pt x="2302129" y="221615"/>
                    <a:pt x="2302129" y="221615"/>
                  </a:cubicBezTo>
                  <a:cubicBezTo>
                    <a:pt x="2302129" y="221615"/>
                    <a:pt x="2453639" y="341884"/>
                    <a:pt x="2480310" y="388747"/>
                  </a:cubicBezTo>
                  <a:cubicBezTo>
                    <a:pt x="2489200" y="404368"/>
                    <a:pt x="2646299" y="552450"/>
                    <a:pt x="2686431" y="839852"/>
                  </a:cubicBezTo>
                  <a:cubicBezTo>
                    <a:pt x="2688717" y="879984"/>
                    <a:pt x="2745486" y="1106044"/>
                    <a:pt x="2615184" y="1439165"/>
                  </a:cubicBezTo>
                  <a:cubicBezTo>
                    <a:pt x="2608453" y="1463675"/>
                    <a:pt x="2536063" y="1680846"/>
                    <a:pt x="2272157" y="1924813"/>
                  </a:cubicBezTo>
                  <a:cubicBezTo>
                    <a:pt x="2206498" y="1972692"/>
                    <a:pt x="2049399" y="2114170"/>
                    <a:pt x="1695196" y="2254505"/>
                  </a:cubicBezTo>
                  <a:cubicBezTo>
                    <a:pt x="1561592" y="2310258"/>
                    <a:pt x="1082548" y="2521839"/>
                    <a:pt x="1082548" y="2521839"/>
                  </a:cubicBezTo>
                  <a:cubicBezTo>
                    <a:pt x="1082548" y="2521839"/>
                    <a:pt x="628142" y="2740152"/>
                    <a:pt x="605790" y="2773553"/>
                  </a:cubicBezTo>
                  <a:cubicBezTo>
                    <a:pt x="703834" y="2800224"/>
                    <a:pt x="1340993" y="2973959"/>
                    <a:pt x="1340993" y="2973959"/>
                  </a:cubicBezTo>
                  <a:lnTo>
                    <a:pt x="1684020" y="3067558"/>
                  </a:lnTo>
                  <a:cubicBezTo>
                    <a:pt x="1684020" y="3067558"/>
                    <a:pt x="1803146" y="3113278"/>
                    <a:pt x="1876679" y="2988437"/>
                  </a:cubicBezTo>
                  <a:cubicBezTo>
                    <a:pt x="1950212" y="2863723"/>
                    <a:pt x="1980311" y="2753360"/>
                    <a:pt x="2066036" y="2776855"/>
                  </a:cubicBezTo>
                  <a:cubicBezTo>
                    <a:pt x="2152015" y="2800350"/>
                    <a:pt x="2253361" y="2814828"/>
                    <a:pt x="2261235" y="2882773"/>
                  </a:cubicBezTo>
                  <a:close/>
                </a:path>
              </a:pathLst>
            </a:custGeom>
            <a:solidFill>
              <a:schemeClr val="lt1">
                <a:lumMod val="85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/>
              <a:endParaRPr lang="zh-CN" altLang="en-US">
                <a:solidFill>
                  <a:schemeClr val="lt1"/>
                </a:solidFill>
              </a:endParaRPr>
            </a:p>
          </p:txBody>
        </p:sp>
        <p:sp>
          <p:nvSpPr>
            <p:cNvPr id="13" name="任意多边形: 形状 7"/>
            <p:cNvSpPr/>
            <p:nvPr>
              <p:custDataLst>
                <p:tags r:id="rId10"/>
              </p:custDataLst>
            </p:nvPr>
          </p:nvSpPr>
          <p:spPr>
            <a:xfrm>
              <a:off x="3369890" y="1155618"/>
              <a:ext cx="1036086" cy="1830631"/>
            </a:xfrm>
            <a:custGeom>
              <a:avLst/>
              <a:gdLst/>
              <a:ahLst/>
              <a:cxnLst/>
              <a:rect l="0" t="0" r="0" b="0"/>
              <a:pathLst>
                <a:path w="2070101" h="3657601">
                  <a:moveTo>
                    <a:pt x="2070100" y="2654300"/>
                  </a:moveTo>
                  <a:lnTo>
                    <a:pt x="2006600" y="3073400"/>
                  </a:lnTo>
                  <a:lnTo>
                    <a:pt x="1917700" y="3543300"/>
                  </a:lnTo>
                  <a:lnTo>
                    <a:pt x="1892300" y="3619500"/>
                  </a:lnTo>
                  <a:cubicBezTo>
                    <a:pt x="1892300" y="3619500"/>
                    <a:pt x="1892300" y="3657600"/>
                    <a:pt x="1778000" y="3657600"/>
                  </a:cubicBezTo>
                  <a:cubicBezTo>
                    <a:pt x="1663700" y="3657600"/>
                    <a:pt x="1104900" y="3657600"/>
                    <a:pt x="1104900" y="3657600"/>
                  </a:cubicBezTo>
                  <a:lnTo>
                    <a:pt x="0" y="3657600"/>
                  </a:lnTo>
                  <a:lnTo>
                    <a:pt x="0" y="3111500"/>
                  </a:lnTo>
                  <a:cubicBezTo>
                    <a:pt x="0" y="3111500"/>
                    <a:pt x="12700" y="3048000"/>
                    <a:pt x="63500" y="2984500"/>
                  </a:cubicBezTo>
                  <a:cubicBezTo>
                    <a:pt x="114300" y="2921000"/>
                    <a:pt x="266700" y="2768600"/>
                    <a:pt x="266700" y="2768600"/>
                  </a:cubicBezTo>
                  <a:lnTo>
                    <a:pt x="457200" y="2552700"/>
                  </a:lnTo>
                  <a:lnTo>
                    <a:pt x="736600" y="2197100"/>
                  </a:lnTo>
                  <a:cubicBezTo>
                    <a:pt x="736600" y="2197100"/>
                    <a:pt x="1028700" y="1790700"/>
                    <a:pt x="1054100" y="1676400"/>
                  </a:cubicBezTo>
                  <a:cubicBezTo>
                    <a:pt x="1079502" y="1562101"/>
                    <a:pt x="1143000" y="1524000"/>
                    <a:pt x="1168400" y="1054100"/>
                  </a:cubicBezTo>
                  <a:cubicBezTo>
                    <a:pt x="1168400" y="1054100"/>
                    <a:pt x="1181100" y="749300"/>
                    <a:pt x="1155700" y="622300"/>
                  </a:cubicBezTo>
                  <a:cubicBezTo>
                    <a:pt x="1130300" y="495300"/>
                    <a:pt x="1130300" y="469900"/>
                    <a:pt x="1092200" y="419100"/>
                  </a:cubicBezTo>
                  <a:cubicBezTo>
                    <a:pt x="1054100" y="368300"/>
                    <a:pt x="977900" y="304800"/>
                    <a:pt x="863600" y="317500"/>
                  </a:cubicBezTo>
                  <a:cubicBezTo>
                    <a:pt x="749300" y="330200"/>
                    <a:pt x="749300" y="355600"/>
                    <a:pt x="749300" y="355600"/>
                  </a:cubicBezTo>
                  <a:cubicBezTo>
                    <a:pt x="749300" y="355600"/>
                    <a:pt x="647700" y="406400"/>
                    <a:pt x="673100" y="596900"/>
                  </a:cubicBezTo>
                  <a:cubicBezTo>
                    <a:pt x="685800" y="711200"/>
                    <a:pt x="736600" y="1003300"/>
                    <a:pt x="622300" y="1130300"/>
                  </a:cubicBezTo>
                  <a:cubicBezTo>
                    <a:pt x="596900" y="1168400"/>
                    <a:pt x="558800" y="1257300"/>
                    <a:pt x="393700" y="1282700"/>
                  </a:cubicBezTo>
                  <a:cubicBezTo>
                    <a:pt x="355600" y="1282700"/>
                    <a:pt x="304800" y="1295400"/>
                    <a:pt x="228600" y="1257300"/>
                  </a:cubicBezTo>
                  <a:cubicBezTo>
                    <a:pt x="203200" y="1244600"/>
                    <a:pt x="50800" y="1168400"/>
                    <a:pt x="25400" y="889000"/>
                  </a:cubicBezTo>
                  <a:cubicBezTo>
                    <a:pt x="25400" y="838200"/>
                    <a:pt x="12700" y="546100"/>
                    <a:pt x="279400" y="266700"/>
                  </a:cubicBezTo>
                  <a:cubicBezTo>
                    <a:pt x="304800" y="241300"/>
                    <a:pt x="419100" y="152400"/>
                    <a:pt x="495300" y="114300"/>
                  </a:cubicBezTo>
                  <a:cubicBezTo>
                    <a:pt x="571497" y="76193"/>
                    <a:pt x="800100" y="12700"/>
                    <a:pt x="939800" y="12700"/>
                  </a:cubicBezTo>
                  <a:cubicBezTo>
                    <a:pt x="977900" y="12700"/>
                    <a:pt x="1117600" y="0"/>
                    <a:pt x="1333500" y="50800"/>
                  </a:cubicBezTo>
                  <a:cubicBezTo>
                    <a:pt x="1371600" y="63500"/>
                    <a:pt x="1409700" y="76200"/>
                    <a:pt x="1409700" y="76200"/>
                  </a:cubicBezTo>
                  <a:cubicBezTo>
                    <a:pt x="1409700" y="76200"/>
                    <a:pt x="1587500" y="152400"/>
                    <a:pt x="1625600" y="190500"/>
                  </a:cubicBezTo>
                  <a:cubicBezTo>
                    <a:pt x="1638300" y="203200"/>
                    <a:pt x="1828800" y="304800"/>
                    <a:pt x="1943100" y="571500"/>
                  </a:cubicBezTo>
                  <a:cubicBezTo>
                    <a:pt x="1955800" y="609600"/>
                    <a:pt x="2070100" y="812800"/>
                    <a:pt x="2032000" y="1168400"/>
                  </a:cubicBezTo>
                  <a:cubicBezTo>
                    <a:pt x="2032000" y="1193800"/>
                    <a:pt x="2019300" y="1422400"/>
                    <a:pt x="1828800" y="1727200"/>
                  </a:cubicBezTo>
                  <a:cubicBezTo>
                    <a:pt x="1778000" y="1790700"/>
                    <a:pt x="1663700" y="1968500"/>
                    <a:pt x="1358900" y="2197100"/>
                  </a:cubicBezTo>
                  <a:cubicBezTo>
                    <a:pt x="1244600" y="2286000"/>
                    <a:pt x="838200" y="2616200"/>
                    <a:pt x="838200" y="2616200"/>
                  </a:cubicBezTo>
                  <a:cubicBezTo>
                    <a:pt x="838200" y="2616200"/>
                    <a:pt x="457200" y="2946400"/>
                    <a:pt x="444500" y="2984500"/>
                  </a:cubicBezTo>
                  <a:cubicBezTo>
                    <a:pt x="546100" y="2984500"/>
                    <a:pt x="1206500" y="2984500"/>
                    <a:pt x="1206500" y="2984500"/>
                  </a:cubicBezTo>
                  <a:lnTo>
                    <a:pt x="1562100" y="2984500"/>
                  </a:lnTo>
                  <a:cubicBezTo>
                    <a:pt x="1562100" y="2984500"/>
                    <a:pt x="1689100" y="2997200"/>
                    <a:pt x="1727200" y="2857500"/>
                  </a:cubicBezTo>
                  <a:cubicBezTo>
                    <a:pt x="1765312" y="2717803"/>
                    <a:pt x="1765300" y="2603500"/>
                    <a:pt x="1854200" y="2603500"/>
                  </a:cubicBezTo>
                  <a:cubicBezTo>
                    <a:pt x="1943100" y="2603500"/>
                    <a:pt x="2044700" y="2590800"/>
                    <a:pt x="2070100" y="2654300"/>
                  </a:cubicBezTo>
                  <a:close/>
                </a:path>
              </a:pathLst>
            </a:cu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/>
              <a:endParaRPr lang="zh-CN" altLang="en-US">
                <a:solidFill>
                  <a:schemeClr val="lt1"/>
                </a:solidFill>
              </a:endParaRPr>
            </a:p>
          </p:txBody>
        </p:sp>
      </p:grpSp>
      <p:sp>
        <p:nvSpPr>
          <p:cNvPr id="14" name="文本框 13"/>
          <p:cNvSpPr txBox="1"/>
          <p:nvPr>
            <p:custDataLst>
              <p:tags r:id="rId11"/>
            </p:custDataLst>
          </p:nvPr>
        </p:nvSpPr>
        <p:spPr>
          <a:xfrm>
            <a:off x="1193800" y="1508760"/>
            <a:ext cx="7264400" cy="2466975"/>
          </a:xfrm>
          <a:prstGeom prst="rect">
            <a:avLst/>
          </a:prstGeom>
          <a:noFill/>
        </p:spPr>
        <p:txBody>
          <a:bodyPr wrap="square" lIns="101600" tIns="0" rIns="82550" bIns="0" rtlCol="0" anchor="t" anchorCtr="0">
            <a:spAutoFit/>
          </a:bodyPr>
          <a:lstStyle>
            <a:defPPr>
              <a:defRPr lang="zh-CN"/>
            </a:defPPr>
            <a:lvl1pPr fontAlgn="auto">
              <a:lnSpc>
                <a:spcPct val="130000"/>
              </a:lnSpc>
              <a:spcAft>
                <a:spcPts val="1000"/>
              </a:spcAft>
              <a:defRPr sz="1600" spc="150"/>
            </a:lvl1pPr>
          </a:lstStyle>
          <a:p>
            <a:pPr marL="0" lvl="0" indent="0" algn="l" defTabSz="914400" fontAlgn="ctr">
              <a:lnSpc>
                <a:spcPct val="130000"/>
              </a:lnSpc>
              <a:spcBef>
                <a:spcPts val="2500"/>
              </a:spcBef>
              <a:spcAft>
                <a:spcPts val="0"/>
              </a:spcAft>
              <a:buSzPct val="100000"/>
              <a:buNone/>
            </a:pPr>
            <a:r>
              <a:rPr lang="zh-CN" altLang="en-US" sz="1700" b="1" spc="30" dirty="0">
                <a:ln w="3175">
                  <a:noFill/>
                  <a:prstDash val="dash"/>
                </a:ln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可自动获取多类运营数据，例如：</a:t>
            </a:r>
            <a:endParaRPr lang="zh-CN" altLang="en-US" sz="1700" b="1" spc="30" dirty="0">
              <a:ln w="3175">
                <a:noFill/>
                <a:prstDash val="dash"/>
              </a:ln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312420" lvl="1" indent="-279400" algn="l" defTabSz="914400" fontAlgn="ctr">
              <a:lnSpc>
                <a:spcPct val="130000"/>
              </a:lnSpc>
              <a:spcBef>
                <a:spcPts val="520"/>
              </a:spcBef>
              <a:spcAft>
                <a:spcPts val="0"/>
              </a:spcAft>
              <a:buSzPct val="80000"/>
              <a:buFont typeface="Wingdings" panose="05000000000000000000" charset="0"/>
              <a:buChar char="l"/>
            </a:pPr>
            <a:r>
              <a:rPr sz="1500" spc="30" dirty="0">
                <a:solidFill>
                  <a:srgbClr val="000000"/>
                </a:solidFill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产品参谋数据（曝光、点击、询盘等）</a:t>
            </a:r>
            <a:endParaRPr sz="1500" spc="30" dirty="0">
              <a:solidFill>
                <a:srgbClr val="000000"/>
              </a:solidFill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312420" lvl="1" indent="-279400" algn="l" defTabSz="914400" fontAlgn="ctr">
              <a:lnSpc>
                <a:spcPct val="130000"/>
              </a:lnSpc>
              <a:spcBef>
                <a:spcPts val="520"/>
              </a:spcBef>
              <a:spcAft>
                <a:spcPts val="0"/>
              </a:spcAft>
              <a:buSzPct val="80000"/>
              <a:buFont typeface="Wingdings" panose="05000000000000000000" charset="0"/>
              <a:buChar char="l"/>
            </a:pPr>
            <a:r>
              <a:rPr sz="1500" spc="30" dirty="0">
                <a:solidFill>
                  <a:srgbClr val="000000"/>
                </a:solidFill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关键词与行业词数据</a:t>
            </a:r>
            <a:endParaRPr sz="1500" spc="30" dirty="0">
              <a:solidFill>
                <a:srgbClr val="000000"/>
              </a:solidFill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312420" lvl="1" indent="-279400" algn="l" defTabSz="914400" fontAlgn="ctr">
              <a:lnSpc>
                <a:spcPct val="130000"/>
              </a:lnSpc>
              <a:spcBef>
                <a:spcPts val="520"/>
              </a:spcBef>
              <a:spcAft>
                <a:spcPts val="0"/>
              </a:spcAft>
              <a:buSzPct val="80000"/>
              <a:buFont typeface="Wingdings" panose="05000000000000000000" charset="0"/>
              <a:buChar char="l"/>
            </a:pPr>
            <a:r>
              <a:rPr sz="1500" spc="30" dirty="0">
                <a:solidFill>
                  <a:srgbClr val="000000"/>
                </a:solidFill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店铺运营与流量渠道数据</a:t>
            </a:r>
            <a:endParaRPr sz="1500" spc="30" dirty="0">
              <a:solidFill>
                <a:srgbClr val="000000"/>
              </a:solidFill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576580" lvl="2" indent="-223520" algn="l" defTabSz="914400" fontAlgn="ctr">
              <a:lnSpc>
                <a:spcPct val="130000"/>
              </a:lnSpc>
              <a:spcBef>
                <a:spcPts val="520"/>
              </a:spcBef>
              <a:spcAft>
                <a:spcPts val="0"/>
              </a:spcAft>
              <a:buSzPct val="100000"/>
              <a:buFont typeface="Arial" panose="020B0604020202020204" pitchFamily="34" charset="0"/>
              <a:buChar char="•"/>
            </a:pPr>
            <a:r>
              <a:rPr sz="1500" spc="30" dirty="0">
                <a:solidFill>
                  <a:srgbClr val="000000"/>
                </a:solidFill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一键运行综合分析，生成统计结果与监控报表</a:t>
            </a:r>
            <a:endParaRPr sz="1500" spc="30" dirty="0">
              <a:solidFill>
                <a:srgbClr val="000000"/>
              </a:solidFill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0" lvl="0" indent="0" algn="l" defTabSz="914400" fontAlgn="ctr">
              <a:lnSpc>
                <a:spcPct val="130000"/>
              </a:lnSpc>
              <a:spcBef>
                <a:spcPts val="2500"/>
              </a:spcBef>
              <a:spcAft>
                <a:spcPts val="0"/>
              </a:spcAft>
              <a:buSzPct val="100000"/>
              <a:buNone/>
            </a:pPr>
            <a:r>
              <a:rPr lang="zh-CN" altLang="en-US" sz="1700" b="1" spc="30" dirty="0">
                <a:ln w="3175">
                  <a:noFill/>
                  <a:prstDash val="dash"/>
                </a:ln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用数据支撑每周运营会议，而不是凭印象开会</a:t>
            </a:r>
            <a:endParaRPr lang="zh-CN" altLang="en-US" sz="1700" b="1" spc="30" dirty="0">
              <a:ln w="3175">
                <a:noFill/>
                <a:prstDash val="dash"/>
              </a:ln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  <p:custDataLst>
      <p:tags r:id="rId12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9" name="组合 8"/>
          <p:cNvGrpSpPr/>
          <p:nvPr userDrawn="1">
            <p:custDataLst>
              <p:tags r:id="rId1"/>
            </p:custDataLst>
          </p:nvPr>
        </p:nvGrpSpPr>
        <p:grpSpPr>
          <a:xfrm>
            <a:off x="3001198" y="6045200"/>
            <a:ext cx="6142802" cy="812800"/>
            <a:chOff x="4001597" y="5613400"/>
            <a:chExt cx="8190403" cy="1244600"/>
          </a:xfrm>
        </p:grpSpPr>
        <p:sp>
          <p:nvSpPr>
            <p:cNvPr id="10" name="任意多边形: 形状 8"/>
            <p:cNvSpPr/>
            <p:nvPr>
              <p:custDataLst>
                <p:tags r:id="rId2"/>
              </p:custDataLst>
            </p:nvPr>
          </p:nvSpPr>
          <p:spPr>
            <a:xfrm>
              <a:off x="4001597" y="5613400"/>
              <a:ext cx="8190402" cy="1244600"/>
            </a:xfrm>
            <a:custGeom>
              <a:avLst/>
              <a:gdLst>
                <a:gd name="connsiteX0" fmla="*/ 8190402 w 8190402"/>
                <a:gd name="connsiteY0" fmla="*/ 0 h 1244600"/>
                <a:gd name="connsiteX1" fmla="*/ 8190402 w 8190402"/>
                <a:gd name="connsiteY1" fmla="*/ 1155849 h 1244600"/>
                <a:gd name="connsiteX2" fmla="*/ 4203232 w 8190402"/>
                <a:gd name="connsiteY2" fmla="*/ 1244600 h 1244600"/>
                <a:gd name="connsiteX3" fmla="*/ 0 w 8190402"/>
                <a:gd name="connsiteY3" fmla="*/ 1244600 h 1244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190402" h="1244600">
                  <a:moveTo>
                    <a:pt x="8190402" y="0"/>
                  </a:moveTo>
                  <a:lnTo>
                    <a:pt x="8190402" y="1155849"/>
                  </a:lnTo>
                  <a:lnTo>
                    <a:pt x="4203232" y="1244600"/>
                  </a:lnTo>
                  <a:lnTo>
                    <a:pt x="0" y="1244600"/>
                  </a:ln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 defTabSz="914400"/>
              <a:endParaRPr lang="zh-CN" altLang="en-US" sz="135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1" name="等腰三角形 10"/>
            <p:cNvSpPr/>
            <p:nvPr>
              <p:custDataLst>
                <p:tags r:id="rId3"/>
              </p:custDataLst>
            </p:nvPr>
          </p:nvSpPr>
          <p:spPr>
            <a:xfrm>
              <a:off x="5816600" y="5949254"/>
              <a:ext cx="6375400" cy="908746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 defTabSz="914400"/>
              <a:endParaRPr lang="zh-CN" altLang="en-US" sz="135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2" name="Rectangle 1"/>
          <p:cNvSpPr/>
          <p:nvPr>
            <p:custDataLst>
              <p:tags r:id="rId4"/>
            </p:custDataLst>
          </p:nvPr>
        </p:nvSpPr>
        <p:spPr>
          <a:xfrm>
            <a:off x="0" y="0"/>
            <a:ext cx="9144000" cy="914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457200">
              <a:defRPr sz="2600" b="1">
                <a:solidFill>
                  <a:srgbClr val="FFFFFF"/>
                </a:solidFill>
              </a:defRPr>
            </a:pPr>
            <a:r>
              <a:rPr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分析看板，辅助决策</a:t>
            </a:r>
            <a:endParaRPr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94360" y="987552"/>
            <a:ext cx="2164080" cy="2914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defTabSz="457200">
              <a:defRPr sz="1300">
                <a:solidFill>
                  <a:srgbClr val="6B7A8C"/>
                </a:solidFill>
              </a:defRPr>
            </a:pPr>
            <a:r>
              <a:rPr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告诉您「接下来该做什么」</a:t>
            </a:r>
            <a:endParaRPr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Rectangle 3"/>
          <p:cNvSpPr/>
          <p:nvPr>
            <p:custDataLst>
              <p:tags r:id="rId5"/>
            </p:custDataLst>
          </p:nvPr>
        </p:nvSpPr>
        <p:spPr>
          <a:xfrm>
            <a:off x="594360" y="1600200"/>
            <a:ext cx="7955279" cy="8686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rtlCol="0" anchor="ctr"/>
          <a:lstStyle/>
          <a:p>
            <a:pPr algn="ctr" defTabSz="457200">
              <a:defRPr sz="1500">
                <a:solidFill>
                  <a:srgbClr val="222A35"/>
                </a:solidFill>
              </a:defRPr>
            </a:pPr>
            <a:r>
              <a:rPr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综合分析  —  多维度指标统计，了解全店产品表现</a:t>
            </a:r>
            <a:endParaRPr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Rectangle 4"/>
          <p:cNvSpPr/>
          <p:nvPr>
            <p:custDataLst>
              <p:tags r:id="rId6"/>
            </p:custDataLst>
          </p:nvPr>
        </p:nvSpPr>
        <p:spPr>
          <a:xfrm>
            <a:off x="594360" y="2560320"/>
            <a:ext cx="7955279" cy="8686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rtlCol="0" anchor="ctr"/>
          <a:lstStyle/>
          <a:p>
            <a:pPr algn="ctr" defTabSz="457200">
              <a:defRPr sz="1500">
                <a:solidFill>
                  <a:srgbClr val="222A35"/>
                </a:solidFill>
              </a:defRPr>
            </a:pPr>
            <a:r>
              <a:rPr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产品诊断  —  健康度评估，识别需要优化的链接</a:t>
            </a:r>
            <a:endParaRPr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Rectangle 5"/>
          <p:cNvSpPr/>
          <p:nvPr>
            <p:custDataLst>
              <p:tags r:id="rId7"/>
            </p:custDataLst>
          </p:nvPr>
        </p:nvSpPr>
        <p:spPr>
          <a:xfrm>
            <a:off x="594360" y="3520439"/>
            <a:ext cx="7955279" cy="8686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rtlCol="0" anchor="ctr"/>
          <a:lstStyle/>
          <a:p>
            <a:pPr algn="ctr" defTabSz="457200">
              <a:defRPr sz="1500">
                <a:solidFill>
                  <a:srgbClr val="222A35"/>
                </a:solidFill>
              </a:defRPr>
            </a:pPr>
            <a:r>
              <a:rPr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P4P 分析  —  区分有效果的推广与低效投放</a:t>
            </a:r>
            <a:endParaRPr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Rectangle 6"/>
          <p:cNvSpPr/>
          <p:nvPr>
            <p:custDataLst>
              <p:tags r:id="rId8"/>
            </p:custDataLst>
          </p:nvPr>
        </p:nvSpPr>
        <p:spPr>
          <a:xfrm>
            <a:off x="594360" y="4480559"/>
            <a:ext cx="7955279" cy="8686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rtlCol="0" anchor="ctr"/>
          <a:lstStyle/>
          <a:p>
            <a:pPr algn="ctr" defTabSz="457200">
              <a:defRPr sz="1500">
                <a:solidFill>
                  <a:srgbClr val="222A35"/>
                </a:solidFill>
              </a:defRPr>
            </a:pPr>
            <a:r>
              <a:rPr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异动监测  —  快速发现曝光、点击明显变化的产品</a:t>
            </a:r>
            <a:endParaRPr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Rectangle 7"/>
          <p:cNvSpPr/>
          <p:nvPr>
            <p:custDataLst>
              <p:tags r:id="rId9"/>
            </p:custDataLst>
          </p:nvPr>
        </p:nvSpPr>
        <p:spPr>
          <a:xfrm>
            <a:off x="594360" y="5440679"/>
            <a:ext cx="7955279" cy="8686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rtlCol="0" anchor="ctr"/>
          <a:lstStyle/>
          <a:p>
            <a:pPr algn="ctr" defTabSz="457200">
              <a:defRPr sz="1500">
                <a:solidFill>
                  <a:srgbClr val="222A35"/>
                </a:solidFill>
              </a:defRPr>
            </a:pPr>
            <a:r>
              <a:rPr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推荐关注  —  综合表现优秀 + 潜力新品，优先处理</a:t>
            </a:r>
            <a:endParaRPr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  <p:custDataLst>
      <p:tags r:id="rId10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8" name="组合 7"/>
          <p:cNvGrpSpPr/>
          <p:nvPr userDrawn="1">
            <p:custDataLst>
              <p:tags r:id="rId1"/>
            </p:custDataLst>
          </p:nvPr>
        </p:nvGrpSpPr>
        <p:grpSpPr>
          <a:xfrm>
            <a:off x="3001198" y="6045200"/>
            <a:ext cx="6142802" cy="812800"/>
            <a:chOff x="4001597" y="5613400"/>
            <a:chExt cx="8190403" cy="1244600"/>
          </a:xfrm>
        </p:grpSpPr>
        <p:sp>
          <p:nvSpPr>
            <p:cNvPr id="9" name="任意多边形: 形状 8"/>
            <p:cNvSpPr/>
            <p:nvPr>
              <p:custDataLst>
                <p:tags r:id="rId2"/>
              </p:custDataLst>
            </p:nvPr>
          </p:nvSpPr>
          <p:spPr>
            <a:xfrm>
              <a:off x="4001597" y="5613400"/>
              <a:ext cx="8190402" cy="1244600"/>
            </a:xfrm>
            <a:custGeom>
              <a:avLst/>
              <a:gdLst>
                <a:gd name="connsiteX0" fmla="*/ 8190402 w 8190402"/>
                <a:gd name="connsiteY0" fmla="*/ 0 h 1244600"/>
                <a:gd name="connsiteX1" fmla="*/ 8190402 w 8190402"/>
                <a:gd name="connsiteY1" fmla="*/ 1155849 h 1244600"/>
                <a:gd name="connsiteX2" fmla="*/ 4203232 w 8190402"/>
                <a:gd name="connsiteY2" fmla="*/ 1244600 h 1244600"/>
                <a:gd name="connsiteX3" fmla="*/ 0 w 8190402"/>
                <a:gd name="connsiteY3" fmla="*/ 1244600 h 1244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190402" h="1244600">
                  <a:moveTo>
                    <a:pt x="8190402" y="0"/>
                  </a:moveTo>
                  <a:lnTo>
                    <a:pt x="8190402" y="1155849"/>
                  </a:lnTo>
                  <a:lnTo>
                    <a:pt x="4203232" y="1244600"/>
                  </a:lnTo>
                  <a:lnTo>
                    <a:pt x="0" y="1244600"/>
                  </a:ln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 defTabSz="914400"/>
              <a:endParaRPr lang="zh-CN" altLang="en-US" sz="135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0" name="等腰三角形 9"/>
            <p:cNvSpPr/>
            <p:nvPr>
              <p:custDataLst>
                <p:tags r:id="rId3"/>
              </p:custDataLst>
            </p:nvPr>
          </p:nvSpPr>
          <p:spPr>
            <a:xfrm>
              <a:off x="5816600" y="5949254"/>
              <a:ext cx="6375400" cy="908746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 defTabSz="914400"/>
              <a:endParaRPr lang="zh-CN" altLang="en-US" sz="135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2" name="Rectangle 1"/>
          <p:cNvSpPr/>
          <p:nvPr>
            <p:custDataLst>
              <p:tags r:id="rId4"/>
            </p:custDataLst>
          </p:nvPr>
        </p:nvSpPr>
        <p:spPr>
          <a:xfrm>
            <a:off x="0" y="0"/>
            <a:ext cx="9144000" cy="914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457200">
              <a:defRPr sz="2600" b="1">
                <a:solidFill>
                  <a:srgbClr val="FFFFFF"/>
                </a:solidFill>
              </a:defRPr>
            </a:pPr>
            <a:r>
              <a:rPr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运营控制台</a:t>
            </a:r>
            <a:endParaRPr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94360" y="987552"/>
            <a:ext cx="1668780" cy="2914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defTabSz="457200">
              <a:defRPr sz="1300">
                <a:solidFill>
                  <a:srgbClr val="6B7A8C"/>
                </a:solidFill>
              </a:defRPr>
            </a:pPr>
            <a:r>
              <a:rPr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关键信息，一屏掌握</a:t>
            </a:r>
            <a:endParaRPr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7" name="组合 6"/>
          <p:cNvGrpSpPr>
            <a:grpSpLocks noChangeAspect="1"/>
          </p:cNvGrpSpPr>
          <p:nvPr>
            <p:custDataLst>
              <p:tags r:id="rId5"/>
            </p:custDataLst>
          </p:nvPr>
        </p:nvGrpSpPr>
        <p:grpSpPr>
          <a:xfrm>
            <a:off x="769032" y="1755775"/>
            <a:ext cx="189135" cy="355600"/>
            <a:chOff x="1283913" y="1155618"/>
            <a:chExt cx="1013226" cy="1905000"/>
          </a:xfrm>
        </p:grpSpPr>
        <p:sp>
          <p:nvSpPr>
            <p:cNvPr id="11" name="任意多边形: 形状 3"/>
            <p:cNvSpPr/>
            <p:nvPr>
              <p:custDataLst>
                <p:tags r:id="rId6"/>
              </p:custDataLst>
            </p:nvPr>
          </p:nvSpPr>
          <p:spPr>
            <a:xfrm>
              <a:off x="1283913" y="1226700"/>
              <a:ext cx="1013226" cy="1833918"/>
            </a:xfrm>
            <a:custGeom>
              <a:avLst/>
              <a:gdLst/>
              <a:ahLst/>
              <a:cxnLst/>
              <a:rect l="0" t="0" r="0" b="0"/>
              <a:pathLst>
                <a:path w="2000378" h="3620645">
                  <a:moveTo>
                    <a:pt x="181229" y="3355341"/>
                  </a:moveTo>
                  <a:lnTo>
                    <a:pt x="232156" y="3371851"/>
                  </a:lnTo>
                  <a:lnTo>
                    <a:pt x="1120521" y="3613786"/>
                  </a:lnTo>
                  <a:cubicBezTo>
                    <a:pt x="1120521" y="3613786"/>
                    <a:pt x="1145032" y="3620644"/>
                    <a:pt x="1176274" y="3602991"/>
                  </a:cubicBezTo>
                  <a:cubicBezTo>
                    <a:pt x="1191895" y="3594228"/>
                    <a:pt x="1195324" y="3581909"/>
                    <a:pt x="1219327" y="3496311"/>
                  </a:cubicBezTo>
                  <a:cubicBezTo>
                    <a:pt x="1243330" y="3410713"/>
                    <a:pt x="1244727" y="3358389"/>
                    <a:pt x="1178179" y="3313304"/>
                  </a:cubicBezTo>
                  <a:cubicBezTo>
                    <a:pt x="1148334" y="3278633"/>
                    <a:pt x="1118489" y="3243835"/>
                    <a:pt x="1135634" y="3182748"/>
                  </a:cubicBezTo>
                  <a:lnTo>
                    <a:pt x="1319403" y="2502281"/>
                  </a:lnTo>
                  <a:lnTo>
                    <a:pt x="1637665" y="1364869"/>
                  </a:lnTo>
                  <a:lnTo>
                    <a:pt x="2000377" y="68453"/>
                  </a:lnTo>
                  <a:lnTo>
                    <a:pt x="1829181" y="20574"/>
                  </a:lnTo>
                  <a:lnTo>
                    <a:pt x="1780286" y="6858"/>
                  </a:lnTo>
                  <a:cubicBezTo>
                    <a:pt x="1780286" y="6858"/>
                    <a:pt x="1755775" y="0"/>
                    <a:pt x="1724533" y="17653"/>
                  </a:cubicBezTo>
                  <a:cubicBezTo>
                    <a:pt x="1693291" y="35306"/>
                    <a:pt x="1476121" y="198755"/>
                    <a:pt x="1476121" y="198755"/>
                  </a:cubicBezTo>
                  <a:cubicBezTo>
                    <a:pt x="1476121" y="198755"/>
                    <a:pt x="1144016" y="395987"/>
                    <a:pt x="1060323" y="412115"/>
                  </a:cubicBezTo>
                  <a:cubicBezTo>
                    <a:pt x="957580" y="449326"/>
                    <a:pt x="851408" y="498730"/>
                    <a:pt x="691007" y="506603"/>
                  </a:cubicBezTo>
                  <a:cubicBezTo>
                    <a:pt x="631825" y="529590"/>
                    <a:pt x="607314" y="522733"/>
                    <a:pt x="576580" y="632841"/>
                  </a:cubicBezTo>
                  <a:cubicBezTo>
                    <a:pt x="545846" y="742950"/>
                    <a:pt x="561467" y="734060"/>
                    <a:pt x="561467" y="734060"/>
                  </a:cubicBezTo>
                  <a:cubicBezTo>
                    <a:pt x="561467" y="734060"/>
                    <a:pt x="544322" y="795275"/>
                    <a:pt x="713613" y="803021"/>
                  </a:cubicBezTo>
                  <a:cubicBezTo>
                    <a:pt x="882904" y="810768"/>
                    <a:pt x="963041" y="806831"/>
                    <a:pt x="963041" y="806831"/>
                  </a:cubicBezTo>
                  <a:lnTo>
                    <a:pt x="644779" y="1944243"/>
                  </a:lnTo>
                  <a:lnTo>
                    <a:pt x="415544" y="2763647"/>
                  </a:lnTo>
                  <a:lnTo>
                    <a:pt x="364236" y="2947162"/>
                  </a:lnTo>
                  <a:cubicBezTo>
                    <a:pt x="364236" y="2947162"/>
                    <a:pt x="361315" y="3051810"/>
                    <a:pt x="127508" y="3039237"/>
                  </a:cubicBezTo>
                  <a:cubicBezTo>
                    <a:pt x="99568" y="3044572"/>
                    <a:pt x="92837" y="3069083"/>
                    <a:pt x="79121" y="3117978"/>
                  </a:cubicBezTo>
                  <a:cubicBezTo>
                    <a:pt x="65405" y="3166873"/>
                    <a:pt x="44958" y="3240279"/>
                    <a:pt x="44958" y="3240279"/>
                  </a:cubicBezTo>
                  <a:cubicBezTo>
                    <a:pt x="44958" y="3240279"/>
                    <a:pt x="0" y="3306827"/>
                    <a:pt x="109982" y="3337561"/>
                  </a:cubicBezTo>
                  <a:cubicBezTo>
                    <a:pt x="158750" y="3351277"/>
                    <a:pt x="173101" y="3354198"/>
                    <a:pt x="181229" y="3355341"/>
                  </a:cubicBezTo>
                  <a:close/>
                </a:path>
              </a:pathLst>
            </a:custGeom>
            <a:solidFill>
              <a:schemeClr val="lt1">
                <a:lumMod val="85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/>
              <a:endParaRPr lang="zh-CN" altLang="en-US">
                <a:solidFill>
                  <a:schemeClr val="lt1"/>
                </a:solidFill>
              </a:endParaRPr>
            </a:p>
          </p:txBody>
        </p:sp>
        <p:sp>
          <p:nvSpPr>
            <p:cNvPr id="12" name="任意多边形: 形状 4"/>
            <p:cNvSpPr/>
            <p:nvPr>
              <p:custDataLst>
                <p:tags r:id="rId7"/>
              </p:custDataLst>
            </p:nvPr>
          </p:nvSpPr>
          <p:spPr>
            <a:xfrm>
              <a:off x="1356217" y="1155618"/>
              <a:ext cx="704389" cy="1852637"/>
            </a:xfrm>
            <a:custGeom>
              <a:avLst/>
              <a:gdLst/>
              <a:ahLst/>
              <a:cxnLst/>
              <a:rect l="0" t="0" r="0" b="0"/>
              <a:pathLst>
                <a:path w="1390651" h="3657601">
                  <a:moveTo>
                    <a:pt x="352933" y="3655441"/>
                  </a:moveTo>
                  <a:lnTo>
                    <a:pt x="406400" y="3657600"/>
                  </a:lnTo>
                  <a:lnTo>
                    <a:pt x="1327150" y="3651250"/>
                  </a:lnTo>
                  <a:cubicBezTo>
                    <a:pt x="1327150" y="3651250"/>
                    <a:pt x="1352550" y="3651250"/>
                    <a:pt x="1377950" y="3625850"/>
                  </a:cubicBezTo>
                  <a:cubicBezTo>
                    <a:pt x="1390650" y="3613150"/>
                    <a:pt x="1390650" y="3600450"/>
                    <a:pt x="1390650" y="3511550"/>
                  </a:cubicBezTo>
                  <a:cubicBezTo>
                    <a:pt x="1390650" y="3422650"/>
                    <a:pt x="1377950" y="3371850"/>
                    <a:pt x="1301750" y="3346450"/>
                  </a:cubicBezTo>
                  <a:cubicBezTo>
                    <a:pt x="1263650" y="3321050"/>
                    <a:pt x="1225550" y="3295650"/>
                    <a:pt x="1225550" y="3232150"/>
                  </a:cubicBezTo>
                  <a:lnTo>
                    <a:pt x="1219200" y="2527300"/>
                  </a:lnTo>
                  <a:lnTo>
                    <a:pt x="1219200" y="1346200"/>
                  </a:lnTo>
                  <a:lnTo>
                    <a:pt x="1219200" y="0"/>
                  </a:lnTo>
                  <a:lnTo>
                    <a:pt x="1041400" y="0"/>
                  </a:lnTo>
                  <a:lnTo>
                    <a:pt x="990600" y="0"/>
                  </a:lnTo>
                  <a:cubicBezTo>
                    <a:pt x="990600" y="0"/>
                    <a:pt x="965200" y="0"/>
                    <a:pt x="939800" y="25400"/>
                  </a:cubicBezTo>
                  <a:cubicBezTo>
                    <a:pt x="914400" y="50800"/>
                    <a:pt x="749300" y="266700"/>
                    <a:pt x="749300" y="266700"/>
                  </a:cubicBezTo>
                  <a:cubicBezTo>
                    <a:pt x="749300" y="266700"/>
                    <a:pt x="482600" y="546100"/>
                    <a:pt x="406400" y="584200"/>
                  </a:cubicBezTo>
                  <a:cubicBezTo>
                    <a:pt x="317500" y="647700"/>
                    <a:pt x="228600" y="723900"/>
                    <a:pt x="76200" y="774700"/>
                  </a:cubicBezTo>
                  <a:cubicBezTo>
                    <a:pt x="25400" y="812800"/>
                    <a:pt x="0" y="812800"/>
                    <a:pt x="0" y="927100"/>
                  </a:cubicBezTo>
                  <a:cubicBezTo>
                    <a:pt x="0" y="1041400"/>
                    <a:pt x="12700" y="1028700"/>
                    <a:pt x="12700" y="1028700"/>
                  </a:cubicBezTo>
                  <a:cubicBezTo>
                    <a:pt x="12700" y="1028700"/>
                    <a:pt x="12700" y="1092200"/>
                    <a:pt x="177800" y="1054100"/>
                  </a:cubicBezTo>
                  <a:cubicBezTo>
                    <a:pt x="342903" y="1016013"/>
                    <a:pt x="419100" y="990600"/>
                    <a:pt x="419100" y="990600"/>
                  </a:cubicBezTo>
                  <a:lnTo>
                    <a:pt x="419100" y="2171700"/>
                  </a:lnTo>
                  <a:lnTo>
                    <a:pt x="419100" y="3022600"/>
                  </a:lnTo>
                  <a:lnTo>
                    <a:pt x="419100" y="3213100"/>
                  </a:lnTo>
                  <a:cubicBezTo>
                    <a:pt x="419100" y="3213100"/>
                    <a:pt x="444500" y="3314700"/>
                    <a:pt x="215900" y="3365500"/>
                  </a:cubicBezTo>
                  <a:cubicBezTo>
                    <a:pt x="190500" y="3378200"/>
                    <a:pt x="190500" y="3403600"/>
                    <a:pt x="190500" y="3454400"/>
                  </a:cubicBezTo>
                  <a:cubicBezTo>
                    <a:pt x="190500" y="3505200"/>
                    <a:pt x="190500" y="3581400"/>
                    <a:pt x="190500" y="3581400"/>
                  </a:cubicBezTo>
                  <a:cubicBezTo>
                    <a:pt x="190500" y="3581400"/>
                    <a:pt x="165100" y="3657600"/>
                    <a:pt x="279400" y="3657600"/>
                  </a:cubicBezTo>
                  <a:cubicBezTo>
                    <a:pt x="330200" y="3657600"/>
                    <a:pt x="344678" y="3656584"/>
                    <a:pt x="352933" y="3655441"/>
                  </a:cubicBezTo>
                  <a:close/>
                </a:path>
              </a:pathLst>
            </a:cu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/>
              <a:endParaRPr lang="zh-CN" altLang="en-US">
                <a:solidFill>
                  <a:schemeClr val="lt1"/>
                </a:solidFill>
              </a:endParaRPr>
            </a:p>
          </p:txBody>
        </p:sp>
      </p:grpSp>
      <p:grpSp>
        <p:nvGrpSpPr>
          <p:cNvPr id="62" name="组合 61"/>
          <p:cNvGrpSpPr>
            <a:grpSpLocks noChangeAspect="1"/>
          </p:cNvGrpSpPr>
          <p:nvPr>
            <p:custDataLst>
              <p:tags r:id="rId8"/>
            </p:custDataLst>
          </p:nvPr>
        </p:nvGrpSpPr>
        <p:grpSpPr>
          <a:xfrm>
            <a:off x="735349" y="2433955"/>
            <a:ext cx="256502" cy="355600"/>
            <a:chOff x="3262468" y="1155618"/>
            <a:chExt cx="1374117" cy="1905000"/>
          </a:xfrm>
        </p:grpSpPr>
        <p:sp>
          <p:nvSpPr>
            <p:cNvPr id="13" name="任意多边形: 形状 6"/>
            <p:cNvSpPr/>
            <p:nvPr>
              <p:custDataLst>
                <p:tags r:id="rId9"/>
              </p:custDataLst>
            </p:nvPr>
          </p:nvSpPr>
          <p:spPr>
            <a:xfrm>
              <a:off x="3262468" y="1156762"/>
              <a:ext cx="1374117" cy="1903856"/>
            </a:xfrm>
            <a:custGeom>
              <a:avLst/>
              <a:gdLst/>
              <a:ahLst/>
              <a:cxnLst/>
              <a:rect l="0" t="0" r="0" b="0"/>
              <a:pathLst>
                <a:path w="2745487" h="3803905">
                  <a:moveTo>
                    <a:pt x="2261235" y="2882773"/>
                  </a:moveTo>
                  <a:lnTo>
                    <a:pt x="2089658" y="3270377"/>
                  </a:lnTo>
                  <a:lnTo>
                    <a:pt x="1880235" y="3700399"/>
                  </a:lnTo>
                  <a:lnTo>
                    <a:pt x="1835658" y="3767201"/>
                  </a:lnTo>
                  <a:cubicBezTo>
                    <a:pt x="1835658" y="3767201"/>
                    <a:pt x="1825625" y="3803904"/>
                    <a:pt x="1715389" y="3773932"/>
                  </a:cubicBezTo>
                  <a:cubicBezTo>
                    <a:pt x="1605153" y="3743833"/>
                    <a:pt x="1066038" y="3596894"/>
                    <a:pt x="1066038" y="3596894"/>
                  </a:cubicBezTo>
                  <a:lnTo>
                    <a:pt x="0" y="3306191"/>
                  </a:lnTo>
                  <a:lnTo>
                    <a:pt x="143637" y="2779268"/>
                  </a:lnTo>
                  <a:cubicBezTo>
                    <a:pt x="143637" y="2779268"/>
                    <a:pt x="172593" y="2721356"/>
                    <a:pt x="238252" y="2673477"/>
                  </a:cubicBezTo>
                  <a:cubicBezTo>
                    <a:pt x="303911" y="2625599"/>
                    <a:pt x="491109" y="2518664"/>
                    <a:pt x="491109" y="2518664"/>
                  </a:cubicBezTo>
                  <a:lnTo>
                    <a:pt x="731647" y="2360422"/>
                  </a:lnTo>
                  <a:lnTo>
                    <a:pt x="1094740" y="2090801"/>
                  </a:lnTo>
                  <a:cubicBezTo>
                    <a:pt x="1094740" y="2090801"/>
                    <a:pt x="1483487" y="1775587"/>
                    <a:pt x="1538097" y="1671955"/>
                  </a:cubicBezTo>
                  <a:cubicBezTo>
                    <a:pt x="1592706" y="1568323"/>
                    <a:pt x="1663954" y="1548257"/>
                    <a:pt x="1812036" y="1101598"/>
                  </a:cubicBezTo>
                  <a:cubicBezTo>
                    <a:pt x="1812036" y="1101598"/>
                    <a:pt x="1904492" y="810895"/>
                    <a:pt x="1913382" y="681609"/>
                  </a:cubicBezTo>
                  <a:cubicBezTo>
                    <a:pt x="1922272" y="552450"/>
                    <a:pt x="1929003" y="527939"/>
                    <a:pt x="1905635" y="468884"/>
                  </a:cubicBezTo>
                  <a:cubicBezTo>
                    <a:pt x="1882267" y="409830"/>
                    <a:pt x="1825371" y="328549"/>
                    <a:pt x="1711833" y="310770"/>
                  </a:cubicBezTo>
                  <a:cubicBezTo>
                    <a:pt x="1598168" y="292989"/>
                    <a:pt x="1591564" y="317500"/>
                    <a:pt x="1591564" y="317500"/>
                  </a:cubicBezTo>
                  <a:cubicBezTo>
                    <a:pt x="1591564" y="317500"/>
                    <a:pt x="1480185" y="339725"/>
                    <a:pt x="1454531" y="530225"/>
                  </a:cubicBezTo>
                  <a:cubicBezTo>
                    <a:pt x="1436751" y="643890"/>
                    <a:pt x="1408938" y="939039"/>
                    <a:pt x="1265174" y="1031495"/>
                  </a:cubicBezTo>
                  <a:cubicBezTo>
                    <a:pt x="1230630" y="1061593"/>
                    <a:pt x="1170559" y="1137286"/>
                    <a:pt x="1004570" y="1118362"/>
                  </a:cubicBezTo>
                  <a:cubicBezTo>
                    <a:pt x="967867" y="1108330"/>
                    <a:pt x="915416" y="1107186"/>
                    <a:pt x="851916" y="1050417"/>
                  </a:cubicBezTo>
                  <a:cubicBezTo>
                    <a:pt x="830707" y="1031494"/>
                    <a:pt x="703707" y="917829"/>
                    <a:pt x="752729" y="641604"/>
                  </a:cubicBezTo>
                  <a:cubicBezTo>
                    <a:pt x="766064" y="592582"/>
                    <a:pt x="830707" y="307467"/>
                    <a:pt x="1161542" y="108077"/>
                  </a:cubicBezTo>
                  <a:cubicBezTo>
                    <a:pt x="1192784" y="90297"/>
                    <a:pt x="1326388" y="34544"/>
                    <a:pt x="1409954" y="17780"/>
                  </a:cubicBezTo>
                  <a:cubicBezTo>
                    <a:pt x="1493519" y="1016"/>
                    <a:pt x="1730756" y="0"/>
                    <a:pt x="1865502" y="36703"/>
                  </a:cubicBezTo>
                  <a:cubicBezTo>
                    <a:pt x="1902206" y="46736"/>
                    <a:pt x="2040381" y="71247"/>
                    <a:pt x="2235326" y="177038"/>
                  </a:cubicBezTo>
                  <a:cubicBezTo>
                    <a:pt x="2268727" y="199263"/>
                    <a:pt x="2302129" y="221615"/>
                    <a:pt x="2302129" y="221615"/>
                  </a:cubicBezTo>
                  <a:cubicBezTo>
                    <a:pt x="2302129" y="221615"/>
                    <a:pt x="2453639" y="341884"/>
                    <a:pt x="2480310" y="388747"/>
                  </a:cubicBezTo>
                  <a:cubicBezTo>
                    <a:pt x="2489200" y="404368"/>
                    <a:pt x="2646299" y="552450"/>
                    <a:pt x="2686431" y="839852"/>
                  </a:cubicBezTo>
                  <a:cubicBezTo>
                    <a:pt x="2688717" y="879984"/>
                    <a:pt x="2745486" y="1106044"/>
                    <a:pt x="2615184" y="1439165"/>
                  </a:cubicBezTo>
                  <a:cubicBezTo>
                    <a:pt x="2608453" y="1463675"/>
                    <a:pt x="2536063" y="1680846"/>
                    <a:pt x="2272157" y="1924813"/>
                  </a:cubicBezTo>
                  <a:cubicBezTo>
                    <a:pt x="2206498" y="1972692"/>
                    <a:pt x="2049399" y="2114170"/>
                    <a:pt x="1695196" y="2254505"/>
                  </a:cubicBezTo>
                  <a:cubicBezTo>
                    <a:pt x="1561592" y="2310258"/>
                    <a:pt x="1082548" y="2521839"/>
                    <a:pt x="1082548" y="2521839"/>
                  </a:cubicBezTo>
                  <a:cubicBezTo>
                    <a:pt x="1082548" y="2521839"/>
                    <a:pt x="628142" y="2740152"/>
                    <a:pt x="605790" y="2773553"/>
                  </a:cubicBezTo>
                  <a:cubicBezTo>
                    <a:pt x="703834" y="2800224"/>
                    <a:pt x="1340993" y="2973959"/>
                    <a:pt x="1340993" y="2973959"/>
                  </a:cubicBezTo>
                  <a:lnTo>
                    <a:pt x="1684020" y="3067558"/>
                  </a:lnTo>
                  <a:cubicBezTo>
                    <a:pt x="1684020" y="3067558"/>
                    <a:pt x="1803146" y="3113278"/>
                    <a:pt x="1876679" y="2988437"/>
                  </a:cubicBezTo>
                  <a:cubicBezTo>
                    <a:pt x="1950212" y="2863723"/>
                    <a:pt x="1980311" y="2753360"/>
                    <a:pt x="2066036" y="2776855"/>
                  </a:cubicBezTo>
                  <a:cubicBezTo>
                    <a:pt x="2152015" y="2800350"/>
                    <a:pt x="2253361" y="2814828"/>
                    <a:pt x="2261235" y="2882773"/>
                  </a:cubicBezTo>
                  <a:close/>
                </a:path>
              </a:pathLst>
            </a:custGeom>
            <a:solidFill>
              <a:schemeClr val="lt1">
                <a:lumMod val="85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/>
              <a:endParaRPr lang="zh-CN" altLang="en-US">
                <a:solidFill>
                  <a:schemeClr val="lt1"/>
                </a:solidFill>
              </a:endParaRPr>
            </a:p>
          </p:txBody>
        </p:sp>
        <p:sp>
          <p:nvSpPr>
            <p:cNvPr id="14" name="任意多边形: 形状 7"/>
            <p:cNvSpPr/>
            <p:nvPr>
              <p:custDataLst>
                <p:tags r:id="rId10"/>
              </p:custDataLst>
            </p:nvPr>
          </p:nvSpPr>
          <p:spPr>
            <a:xfrm>
              <a:off x="3369890" y="1155618"/>
              <a:ext cx="1036086" cy="1830631"/>
            </a:xfrm>
            <a:custGeom>
              <a:avLst/>
              <a:gdLst/>
              <a:ahLst/>
              <a:cxnLst/>
              <a:rect l="0" t="0" r="0" b="0"/>
              <a:pathLst>
                <a:path w="2070101" h="3657601">
                  <a:moveTo>
                    <a:pt x="2070100" y="2654300"/>
                  </a:moveTo>
                  <a:lnTo>
                    <a:pt x="2006600" y="3073400"/>
                  </a:lnTo>
                  <a:lnTo>
                    <a:pt x="1917700" y="3543300"/>
                  </a:lnTo>
                  <a:lnTo>
                    <a:pt x="1892300" y="3619500"/>
                  </a:lnTo>
                  <a:cubicBezTo>
                    <a:pt x="1892300" y="3619500"/>
                    <a:pt x="1892300" y="3657600"/>
                    <a:pt x="1778000" y="3657600"/>
                  </a:cubicBezTo>
                  <a:cubicBezTo>
                    <a:pt x="1663700" y="3657600"/>
                    <a:pt x="1104900" y="3657600"/>
                    <a:pt x="1104900" y="3657600"/>
                  </a:cubicBezTo>
                  <a:lnTo>
                    <a:pt x="0" y="3657600"/>
                  </a:lnTo>
                  <a:lnTo>
                    <a:pt x="0" y="3111500"/>
                  </a:lnTo>
                  <a:cubicBezTo>
                    <a:pt x="0" y="3111500"/>
                    <a:pt x="12700" y="3048000"/>
                    <a:pt x="63500" y="2984500"/>
                  </a:cubicBezTo>
                  <a:cubicBezTo>
                    <a:pt x="114300" y="2921000"/>
                    <a:pt x="266700" y="2768600"/>
                    <a:pt x="266700" y="2768600"/>
                  </a:cubicBezTo>
                  <a:lnTo>
                    <a:pt x="457200" y="2552700"/>
                  </a:lnTo>
                  <a:lnTo>
                    <a:pt x="736600" y="2197100"/>
                  </a:lnTo>
                  <a:cubicBezTo>
                    <a:pt x="736600" y="2197100"/>
                    <a:pt x="1028700" y="1790700"/>
                    <a:pt x="1054100" y="1676400"/>
                  </a:cubicBezTo>
                  <a:cubicBezTo>
                    <a:pt x="1079502" y="1562101"/>
                    <a:pt x="1143000" y="1524000"/>
                    <a:pt x="1168400" y="1054100"/>
                  </a:cubicBezTo>
                  <a:cubicBezTo>
                    <a:pt x="1168400" y="1054100"/>
                    <a:pt x="1181100" y="749300"/>
                    <a:pt x="1155700" y="622300"/>
                  </a:cubicBezTo>
                  <a:cubicBezTo>
                    <a:pt x="1130300" y="495300"/>
                    <a:pt x="1130300" y="469900"/>
                    <a:pt x="1092200" y="419100"/>
                  </a:cubicBezTo>
                  <a:cubicBezTo>
                    <a:pt x="1054100" y="368300"/>
                    <a:pt x="977900" y="304800"/>
                    <a:pt x="863600" y="317500"/>
                  </a:cubicBezTo>
                  <a:cubicBezTo>
                    <a:pt x="749300" y="330200"/>
                    <a:pt x="749300" y="355600"/>
                    <a:pt x="749300" y="355600"/>
                  </a:cubicBezTo>
                  <a:cubicBezTo>
                    <a:pt x="749300" y="355600"/>
                    <a:pt x="647700" y="406400"/>
                    <a:pt x="673100" y="596900"/>
                  </a:cubicBezTo>
                  <a:cubicBezTo>
                    <a:pt x="685800" y="711200"/>
                    <a:pt x="736600" y="1003300"/>
                    <a:pt x="622300" y="1130300"/>
                  </a:cubicBezTo>
                  <a:cubicBezTo>
                    <a:pt x="596900" y="1168400"/>
                    <a:pt x="558800" y="1257300"/>
                    <a:pt x="393700" y="1282700"/>
                  </a:cubicBezTo>
                  <a:cubicBezTo>
                    <a:pt x="355600" y="1282700"/>
                    <a:pt x="304800" y="1295400"/>
                    <a:pt x="228600" y="1257300"/>
                  </a:cubicBezTo>
                  <a:cubicBezTo>
                    <a:pt x="203200" y="1244600"/>
                    <a:pt x="50800" y="1168400"/>
                    <a:pt x="25400" y="889000"/>
                  </a:cubicBezTo>
                  <a:cubicBezTo>
                    <a:pt x="25400" y="838200"/>
                    <a:pt x="12700" y="546100"/>
                    <a:pt x="279400" y="266700"/>
                  </a:cubicBezTo>
                  <a:cubicBezTo>
                    <a:pt x="304800" y="241300"/>
                    <a:pt x="419100" y="152400"/>
                    <a:pt x="495300" y="114300"/>
                  </a:cubicBezTo>
                  <a:cubicBezTo>
                    <a:pt x="571497" y="76193"/>
                    <a:pt x="800100" y="12700"/>
                    <a:pt x="939800" y="12700"/>
                  </a:cubicBezTo>
                  <a:cubicBezTo>
                    <a:pt x="977900" y="12700"/>
                    <a:pt x="1117600" y="0"/>
                    <a:pt x="1333500" y="50800"/>
                  </a:cubicBezTo>
                  <a:cubicBezTo>
                    <a:pt x="1371600" y="63500"/>
                    <a:pt x="1409700" y="76200"/>
                    <a:pt x="1409700" y="76200"/>
                  </a:cubicBezTo>
                  <a:cubicBezTo>
                    <a:pt x="1409700" y="76200"/>
                    <a:pt x="1587500" y="152400"/>
                    <a:pt x="1625600" y="190500"/>
                  </a:cubicBezTo>
                  <a:cubicBezTo>
                    <a:pt x="1638300" y="203200"/>
                    <a:pt x="1828800" y="304800"/>
                    <a:pt x="1943100" y="571500"/>
                  </a:cubicBezTo>
                  <a:cubicBezTo>
                    <a:pt x="1955800" y="609600"/>
                    <a:pt x="2070100" y="812800"/>
                    <a:pt x="2032000" y="1168400"/>
                  </a:cubicBezTo>
                  <a:cubicBezTo>
                    <a:pt x="2032000" y="1193800"/>
                    <a:pt x="2019300" y="1422400"/>
                    <a:pt x="1828800" y="1727200"/>
                  </a:cubicBezTo>
                  <a:cubicBezTo>
                    <a:pt x="1778000" y="1790700"/>
                    <a:pt x="1663700" y="1968500"/>
                    <a:pt x="1358900" y="2197100"/>
                  </a:cubicBezTo>
                  <a:cubicBezTo>
                    <a:pt x="1244600" y="2286000"/>
                    <a:pt x="838200" y="2616200"/>
                    <a:pt x="838200" y="2616200"/>
                  </a:cubicBezTo>
                  <a:cubicBezTo>
                    <a:pt x="838200" y="2616200"/>
                    <a:pt x="457200" y="2946400"/>
                    <a:pt x="444500" y="2984500"/>
                  </a:cubicBezTo>
                  <a:cubicBezTo>
                    <a:pt x="546100" y="2984500"/>
                    <a:pt x="1206500" y="2984500"/>
                    <a:pt x="1206500" y="2984500"/>
                  </a:cubicBezTo>
                  <a:lnTo>
                    <a:pt x="1562100" y="2984500"/>
                  </a:lnTo>
                  <a:cubicBezTo>
                    <a:pt x="1562100" y="2984500"/>
                    <a:pt x="1689100" y="2997200"/>
                    <a:pt x="1727200" y="2857500"/>
                  </a:cubicBezTo>
                  <a:cubicBezTo>
                    <a:pt x="1765312" y="2717803"/>
                    <a:pt x="1765300" y="2603500"/>
                    <a:pt x="1854200" y="2603500"/>
                  </a:cubicBezTo>
                  <a:cubicBezTo>
                    <a:pt x="1943100" y="2603500"/>
                    <a:pt x="2044700" y="2590800"/>
                    <a:pt x="2070100" y="2654300"/>
                  </a:cubicBezTo>
                  <a:close/>
                </a:path>
              </a:pathLst>
            </a:cu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/>
              <a:endParaRPr lang="zh-CN" altLang="en-US">
                <a:solidFill>
                  <a:schemeClr val="lt1"/>
                </a:solidFill>
              </a:endParaRPr>
            </a:p>
          </p:txBody>
        </p:sp>
      </p:grpSp>
      <p:grpSp>
        <p:nvGrpSpPr>
          <p:cNvPr id="63" name="组合 62"/>
          <p:cNvGrpSpPr>
            <a:grpSpLocks noChangeAspect="1"/>
          </p:cNvGrpSpPr>
          <p:nvPr>
            <p:custDataLst>
              <p:tags r:id="rId11"/>
            </p:custDataLst>
          </p:nvPr>
        </p:nvGrpSpPr>
        <p:grpSpPr>
          <a:xfrm>
            <a:off x="742673" y="3112135"/>
            <a:ext cx="241855" cy="355600"/>
            <a:chOff x="5460700" y="1155618"/>
            <a:chExt cx="1295653" cy="1905000"/>
          </a:xfrm>
        </p:grpSpPr>
        <p:sp>
          <p:nvSpPr>
            <p:cNvPr id="15" name="任意多边形: 形状 9"/>
            <p:cNvSpPr/>
            <p:nvPr>
              <p:custDataLst>
                <p:tags r:id="rId12"/>
              </p:custDataLst>
            </p:nvPr>
          </p:nvSpPr>
          <p:spPr>
            <a:xfrm>
              <a:off x="5460700" y="1189984"/>
              <a:ext cx="1295653" cy="1841774"/>
            </a:xfrm>
            <a:custGeom>
              <a:avLst/>
              <a:gdLst/>
              <a:ahLst/>
              <a:cxnLst/>
              <a:rect l="0" t="0" r="0" b="0"/>
              <a:pathLst>
                <a:path w="2599945" h="3695828">
                  <a:moveTo>
                    <a:pt x="1034034" y="1489202"/>
                  </a:moveTo>
                  <a:cubicBezTo>
                    <a:pt x="1034034" y="1489202"/>
                    <a:pt x="1296543" y="1588135"/>
                    <a:pt x="1430401" y="1532890"/>
                  </a:cubicBezTo>
                  <a:cubicBezTo>
                    <a:pt x="1520698" y="1491996"/>
                    <a:pt x="1624203" y="1546860"/>
                    <a:pt x="1794256" y="645160"/>
                  </a:cubicBezTo>
                  <a:cubicBezTo>
                    <a:pt x="1803654" y="516001"/>
                    <a:pt x="1828546" y="377952"/>
                    <a:pt x="1629283" y="336042"/>
                  </a:cubicBezTo>
                  <a:cubicBezTo>
                    <a:pt x="1576959" y="334772"/>
                    <a:pt x="1395349" y="324104"/>
                    <a:pt x="1392301" y="573659"/>
                  </a:cubicBezTo>
                  <a:cubicBezTo>
                    <a:pt x="1391031" y="625983"/>
                    <a:pt x="1394206" y="995807"/>
                    <a:pt x="1235964" y="1044321"/>
                  </a:cubicBezTo>
                  <a:cubicBezTo>
                    <a:pt x="1189101" y="1070864"/>
                    <a:pt x="996188" y="1149350"/>
                    <a:pt x="851789" y="1004062"/>
                  </a:cubicBezTo>
                  <a:cubicBezTo>
                    <a:pt x="821817" y="969391"/>
                    <a:pt x="683006" y="852043"/>
                    <a:pt x="812292" y="479298"/>
                  </a:cubicBezTo>
                  <a:cubicBezTo>
                    <a:pt x="841502" y="421513"/>
                    <a:pt x="916686" y="244602"/>
                    <a:pt x="1222375" y="91948"/>
                  </a:cubicBezTo>
                  <a:cubicBezTo>
                    <a:pt x="1265809" y="77597"/>
                    <a:pt x="1366393" y="0"/>
                    <a:pt x="1738249" y="36830"/>
                  </a:cubicBezTo>
                  <a:cubicBezTo>
                    <a:pt x="1762760" y="43561"/>
                    <a:pt x="2100072" y="110363"/>
                    <a:pt x="2286508" y="293751"/>
                  </a:cubicBezTo>
                  <a:cubicBezTo>
                    <a:pt x="2328672" y="331724"/>
                    <a:pt x="2455291" y="445770"/>
                    <a:pt x="2500376" y="616331"/>
                  </a:cubicBezTo>
                  <a:cubicBezTo>
                    <a:pt x="2514727" y="659765"/>
                    <a:pt x="2599944" y="828294"/>
                    <a:pt x="2565654" y="1095502"/>
                  </a:cubicBezTo>
                  <a:cubicBezTo>
                    <a:pt x="2552065" y="1144524"/>
                    <a:pt x="2543556" y="1366139"/>
                    <a:pt x="2344674" y="1561465"/>
                  </a:cubicBezTo>
                  <a:cubicBezTo>
                    <a:pt x="2310003" y="1591437"/>
                    <a:pt x="2195957" y="1718056"/>
                    <a:pt x="1969770" y="1774063"/>
                  </a:cubicBezTo>
                  <a:cubicBezTo>
                    <a:pt x="1914017" y="1784985"/>
                    <a:pt x="1706753" y="1820037"/>
                    <a:pt x="1645539" y="1803019"/>
                  </a:cubicBezTo>
                  <a:cubicBezTo>
                    <a:pt x="1687703" y="1840992"/>
                    <a:pt x="2038096" y="2003679"/>
                    <a:pt x="2152777" y="2351659"/>
                  </a:cubicBezTo>
                  <a:cubicBezTo>
                    <a:pt x="2176018" y="2410714"/>
                    <a:pt x="2322703" y="2833370"/>
                    <a:pt x="1969135" y="3302254"/>
                  </a:cubicBezTo>
                  <a:cubicBezTo>
                    <a:pt x="1927733" y="3356737"/>
                    <a:pt x="1719453" y="3681222"/>
                    <a:pt x="1124712" y="3688207"/>
                  </a:cubicBezTo>
                  <a:cubicBezTo>
                    <a:pt x="1056767" y="3695827"/>
                    <a:pt x="604647" y="3663061"/>
                    <a:pt x="377190" y="3389503"/>
                  </a:cubicBezTo>
                  <a:cubicBezTo>
                    <a:pt x="299593" y="3289046"/>
                    <a:pt x="0" y="2942718"/>
                    <a:pt x="267843" y="2450212"/>
                  </a:cubicBezTo>
                  <a:cubicBezTo>
                    <a:pt x="321437" y="2399158"/>
                    <a:pt x="435483" y="2272539"/>
                    <a:pt x="649097" y="2357883"/>
                  </a:cubicBezTo>
                  <a:cubicBezTo>
                    <a:pt x="706882" y="2387093"/>
                    <a:pt x="826008" y="2433067"/>
                    <a:pt x="829691" y="2658111"/>
                  </a:cubicBezTo>
                  <a:cubicBezTo>
                    <a:pt x="818261" y="2747138"/>
                    <a:pt x="804672" y="2796159"/>
                    <a:pt x="703707" y="3018537"/>
                  </a:cubicBezTo>
                  <a:cubicBezTo>
                    <a:pt x="686816" y="3079751"/>
                    <a:pt x="602742" y="3241040"/>
                    <a:pt x="837438" y="3345308"/>
                  </a:cubicBezTo>
                  <a:cubicBezTo>
                    <a:pt x="902081" y="3350007"/>
                    <a:pt x="1103376" y="3431922"/>
                    <a:pt x="1238631" y="2942337"/>
                  </a:cubicBezTo>
                  <a:cubicBezTo>
                    <a:pt x="1265682" y="2844420"/>
                    <a:pt x="1386586" y="2311274"/>
                    <a:pt x="1386586" y="2311274"/>
                  </a:cubicBezTo>
                  <a:cubicBezTo>
                    <a:pt x="1386586" y="2311274"/>
                    <a:pt x="1412875" y="2120901"/>
                    <a:pt x="1377442" y="2058417"/>
                  </a:cubicBezTo>
                  <a:cubicBezTo>
                    <a:pt x="1342009" y="1995932"/>
                    <a:pt x="1347978" y="1878965"/>
                    <a:pt x="931799" y="1764031"/>
                  </a:cubicBezTo>
                  <a:cubicBezTo>
                    <a:pt x="882777" y="1750442"/>
                    <a:pt x="814832" y="1758062"/>
                    <a:pt x="881253" y="1565657"/>
                  </a:cubicBezTo>
                  <a:cubicBezTo>
                    <a:pt x="910336" y="1507744"/>
                    <a:pt x="923925" y="1458722"/>
                    <a:pt x="1034034" y="1489202"/>
                  </a:cubicBezTo>
                  <a:close/>
                </a:path>
              </a:pathLst>
            </a:custGeom>
            <a:solidFill>
              <a:schemeClr val="lt1">
                <a:lumMod val="85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/>
              <a:endParaRPr lang="zh-CN" altLang="en-US">
                <a:solidFill>
                  <a:schemeClr val="lt1"/>
                </a:solidFill>
              </a:endParaRPr>
            </a:p>
          </p:txBody>
        </p:sp>
        <p:sp>
          <p:nvSpPr>
            <p:cNvPr id="16" name="任意多边形: 形状 10"/>
            <p:cNvSpPr/>
            <p:nvPr>
              <p:custDataLst>
                <p:tags r:id="rId13"/>
              </p:custDataLst>
            </p:nvPr>
          </p:nvSpPr>
          <p:spPr>
            <a:xfrm>
              <a:off x="5538672" y="1155618"/>
              <a:ext cx="1101229" cy="1905000"/>
            </a:xfrm>
            <a:custGeom>
              <a:avLst/>
              <a:gdLst/>
              <a:ahLst/>
              <a:cxnLst/>
              <a:rect l="0" t="0" r="0" b="0"/>
              <a:pathLst>
                <a:path w="2209801" h="3822701">
                  <a:moveTo>
                    <a:pt x="609600" y="1612900"/>
                  </a:moveTo>
                  <a:cubicBezTo>
                    <a:pt x="609600" y="1612900"/>
                    <a:pt x="889000" y="1638300"/>
                    <a:pt x="1003300" y="1549400"/>
                  </a:cubicBezTo>
                  <a:cubicBezTo>
                    <a:pt x="1079500" y="1485900"/>
                    <a:pt x="1193800" y="1511300"/>
                    <a:pt x="1117600" y="596900"/>
                  </a:cubicBezTo>
                  <a:cubicBezTo>
                    <a:pt x="1092200" y="469900"/>
                    <a:pt x="1079500" y="330200"/>
                    <a:pt x="876300" y="342900"/>
                  </a:cubicBezTo>
                  <a:cubicBezTo>
                    <a:pt x="825500" y="355600"/>
                    <a:pt x="647700" y="393700"/>
                    <a:pt x="711200" y="635000"/>
                  </a:cubicBezTo>
                  <a:cubicBezTo>
                    <a:pt x="723900" y="685800"/>
                    <a:pt x="825500" y="1041400"/>
                    <a:pt x="685800" y="1130300"/>
                  </a:cubicBezTo>
                  <a:cubicBezTo>
                    <a:pt x="647700" y="1168400"/>
                    <a:pt x="482600" y="1295400"/>
                    <a:pt x="304800" y="1193800"/>
                  </a:cubicBezTo>
                  <a:cubicBezTo>
                    <a:pt x="266700" y="1168400"/>
                    <a:pt x="101600" y="1092200"/>
                    <a:pt x="127000" y="698500"/>
                  </a:cubicBezTo>
                  <a:cubicBezTo>
                    <a:pt x="139700" y="635000"/>
                    <a:pt x="165100" y="444500"/>
                    <a:pt x="419100" y="215900"/>
                  </a:cubicBezTo>
                  <a:cubicBezTo>
                    <a:pt x="457200" y="190500"/>
                    <a:pt x="533400" y="88900"/>
                    <a:pt x="901700" y="25400"/>
                  </a:cubicBezTo>
                  <a:cubicBezTo>
                    <a:pt x="927100" y="25400"/>
                    <a:pt x="1270000" y="0"/>
                    <a:pt x="1498600" y="127000"/>
                  </a:cubicBezTo>
                  <a:cubicBezTo>
                    <a:pt x="1549400" y="152400"/>
                    <a:pt x="1701800" y="228600"/>
                    <a:pt x="1790700" y="381000"/>
                  </a:cubicBezTo>
                  <a:cubicBezTo>
                    <a:pt x="1816100" y="419100"/>
                    <a:pt x="1943100" y="558800"/>
                    <a:pt x="1981200" y="825500"/>
                  </a:cubicBezTo>
                  <a:cubicBezTo>
                    <a:pt x="1981200" y="876300"/>
                    <a:pt x="2032000" y="1092200"/>
                    <a:pt x="1892300" y="1333500"/>
                  </a:cubicBezTo>
                  <a:cubicBezTo>
                    <a:pt x="1866900" y="1371600"/>
                    <a:pt x="1790700" y="1524000"/>
                    <a:pt x="1587500" y="1638300"/>
                  </a:cubicBezTo>
                  <a:cubicBezTo>
                    <a:pt x="1536700" y="1663700"/>
                    <a:pt x="1346200" y="1752600"/>
                    <a:pt x="1282700" y="1752600"/>
                  </a:cubicBezTo>
                  <a:cubicBezTo>
                    <a:pt x="1333500" y="1778000"/>
                    <a:pt x="1714500" y="1841500"/>
                    <a:pt x="1917700" y="2146300"/>
                  </a:cubicBezTo>
                  <a:cubicBezTo>
                    <a:pt x="1955800" y="2197100"/>
                    <a:pt x="2209800" y="2565400"/>
                    <a:pt x="1993900" y="3111500"/>
                  </a:cubicBezTo>
                  <a:cubicBezTo>
                    <a:pt x="1968500" y="3175000"/>
                    <a:pt x="1854200" y="3543300"/>
                    <a:pt x="1282700" y="3708400"/>
                  </a:cubicBezTo>
                  <a:cubicBezTo>
                    <a:pt x="1219200" y="3733800"/>
                    <a:pt x="774700" y="3822700"/>
                    <a:pt x="482600" y="3619500"/>
                  </a:cubicBezTo>
                  <a:cubicBezTo>
                    <a:pt x="381000" y="3543300"/>
                    <a:pt x="0" y="3289300"/>
                    <a:pt x="127000" y="2743200"/>
                  </a:cubicBezTo>
                  <a:cubicBezTo>
                    <a:pt x="165100" y="2679700"/>
                    <a:pt x="241300" y="2527300"/>
                    <a:pt x="469900" y="2552700"/>
                  </a:cubicBezTo>
                  <a:cubicBezTo>
                    <a:pt x="533400" y="2565400"/>
                    <a:pt x="660400" y="2578100"/>
                    <a:pt x="723900" y="2794000"/>
                  </a:cubicBezTo>
                  <a:cubicBezTo>
                    <a:pt x="736600" y="2882900"/>
                    <a:pt x="736600" y="2933700"/>
                    <a:pt x="698500" y="3175000"/>
                  </a:cubicBezTo>
                  <a:cubicBezTo>
                    <a:pt x="698500" y="3238500"/>
                    <a:pt x="660400" y="3416300"/>
                    <a:pt x="914400" y="3454400"/>
                  </a:cubicBezTo>
                  <a:cubicBezTo>
                    <a:pt x="977900" y="3441700"/>
                    <a:pt x="1193800" y="3467100"/>
                    <a:pt x="1193800" y="2959100"/>
                  </a:cubicBezTo>
                  <a:cubicBezTo>
                    <a:pt x="1193800" y="2857500"/>
                    <a:pt x="1168400" y="2311400"/>
                    <a:pt x="1168400" y="2311400"/>
                  </a:cubicBezTo>
                  <a:cubicBezTo>
                    <a:pt x="1168400" y="2311400"/>
                    <a:pt x="1143000" y="2120900"/>
                    <a:pt x="1092200" y="2070100"/>
                  </a:cubicBezTo>
                  <a:cubicBezTo>
                    <a:pt x="1041400" y="2019300"/>
                    <a:pt x="1016000" y="1905000"/>
                    <a:pt x="584200" y="1905000"/>
                  </a:cubicBezTo>
                  <a:cubicBezTo>
                    <a:pt x="533400" y="1905000"/>
                    <a:pt x="469900" y="1930400"/>
                    <a:pt x="482600" y="1727200"/>
                  </a:cubicBezTo>
                  <a:cubicBezTo>
                    <a:pt x="495300" y="1663700"/>
                    <a:pt x="495300" y="1612900"/>
                    <a:pt x="609600" y="1612900"/>
                  </a:cubicBezTo>
                  <a:close/>
                </a:path>
              </a:pathLst>
            </a:cu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/>
              <a:endParaRPr lang="zh-CN" altLang="en-US">
                <a:solidFill>
                  <a:schemeClr val="lt1"/>
                </a:solidFill>
              </a:endParaRPr>
            </a:p>
          </p:txBody>
        </p:sp>
      </p:grpSp>
      <p:grpSp>
        <p:nvGrpSpPr>
          <p:cNvPr id="64" name="组合 63"/>
          <p:cNvGrpSpPr>
            <a:grpSpLocks noChangeAspect="1"/>
          </p:cNvGrpSpPr>
          <p:nvPr>
            <p:custDataLst>
              <p:tags r:id="rId14"/>
            </p:custDataLst>
          </p:nvPr>
        </p:nvGrpSpPr>
        <p:grpSpPr>
          <a:xfrm>
            <a:off x="749713" y="3790315"/>
            <a:ext cx="227773" cy="355600"/>
            <a:chOff x="7668902" y="1161573"/>
            <a:chExt cx="1206752" cy="1883981"/>
          </a:xfrm>
        </p:grpSpPr>
        <p:sp>
          <p:nvSpPr>
            <p:cNvPr id="53" name="任意多边形: 形状 52"/>
            <p:cNvSpPr/>
            <p:nvPr>
              <p:custDataLst>
                <p:tags r:id="rId15"/>
              </p:custDataLst>
            </p:nvPr>
          </p:nvSpPr>
          <p:spPr>
            <a:xfrm>
              <a:off x="7668902" y="1266516"/>
              <a:ext cx="1206752" cy="1779038"/>
            </a:xfrm>
            <a:custGeom>
              <a:avLst/>
              <a:gdLst>
                <a:gd name="connsiteX0" fmla="*/ 684478 w 1206752"/>
                <a:gd name="connsiteY0" fmla="*/ 532642 h 1779038"/>
                <a:gd name="connsiteX1" fmla="*/ 202809 w 1206752"/>
                <a:gd name="connsiteY1" fmla="*/ 956302 h 1779038"/>
                <a:gd name="connsiteX2" fmla="*/ 526616 w 1206752"/>
                <a:gd name="connsiteY2" fmla="*/ 1054277 h 1779038"/>
                <a:gd name="connsiteX3" fmla="*/ 1083331 w 1206752"/>
                <a:gd name="connsiteY3" fmla="*/ 1242 h 1779038"/>
                <a:gd name="connsiteX4" fmla="*/ 1159694 w 1206752"/>
                <a:gd name="connsiteY4" fmla="*/ 21907 h 1779038"/>
                <a:gd name="connsiteX5" fmla="*/ 1206426 w 1206752"/>
                <a:gd name="connsiteY5" fmla="*/ 62249 h 1779038"/>
                <a:gd name="connsiteX6" fmla="*/ 879801 w 1206752"/>
                <a:gd name="connsiteY6" fmla="*/ 1141478 h 1779038"/>
                <a:gd name="connsiteX7" fmla="*/ 987737 w 1206752"/>
                <a:gd name="connsiteY7" fmla="*/ 1174115 h 1779038"/>
                <a:gd name="connsiteX8" fmla="*/ 1010977 w 1206752"/>
                <a:gd name="connsiteY8" fmla="*/ 1226987 h 1779038"/>
                <a:gd name="connsiteX9" fmla="*/ 978340 w 1206752"/>
                <a:gd name="connsiteY9" fmla="*/ 1334922 h 1779038"/>
                <a:gd name="connsiteX10" fmla="*/ 954911 w 1206752"/>
                <a:gd name="connsiteY10" fmla="*/ 1347451 h 1779038"/>
                <a:gd name="connsiteX11" fmla="*/ 930919 w 1206752"/>
                <a:gd name="connsiteY11" fmla="*/ 1340184 h 1779038"/>
                <a:gd name="connsiteX12" fmla="*/ 828997 w 1206752"/>
                <a:gd name="connsiteY12" fmla="*/ 1309363 h 1779038"/>
                <a:gd name="connsiteX13" fmla="*/ 767293 w 1206752"/>
                <a:gd name="connsiteY13" fmla="*/ 1513207 h 1779038"/>
                <a:gd name="connsiteX14" fmla="*/ 766604 w 1206752"/>
                <a:gd name="connsiteY14" fmla="*/ 1558811 h 1779038"/>
                <a:gd name="connsiteX15" fmla="*/ 789845 w 1206752"/>
                <a:gd name="connsiteY15" fmla="*/ 1611683 h 1779038"/>
                <a:gd name="connsiteX16" fmla="*/ 805130 w 1206752"/>
                <a:gd name="connsiteY16" fmla="*/ 1734152 h 1779038"/>
                <a:gd name="connsiteX17" fmla="*/ 772618 w 1206752"/>
                <a:gd name="connsiteY17" fmla="*/ 1776687 h 1779038"/>
                <a:gd name="connsiteX18" fmla="*/ 280989 w 1206752"/>
                <a:gd name="connsiteY18" fmla="*/ 1627908 h 1779038"/>
                <a:gd name="connsiteX19" fmla="*/ 268523 w 1206752"/>
                <a:gd name="connsiteY19" fmla="*/ 1538891 h 1779038"/>
                <a:gd name="connsiteX20" fmla="*/ 347892 w 1206752"/>
                <a:gd name="connsiteY20" fmla="*/ 1471298 h 1779038"/>
                <a:gd name="connsiteX21" fmla="*/ 378587 w 1206752"/>
                <a:gd name="connsiteY21" fmla="*/ 1434776 h 1779038"/>
                <a:gd name="connsiteX22" fmla="*/ 451192 w 1206752"/>
                <a:gd name="connsiteY22" fmla="*/ 1194976 h 1779038"/>
                <a:gd name="connsiteX23" fmla="*/ 31478 w 1206752"/>
                <a:gd name="connsiteY23" fmla="*/ 1067934 h 1779038"/>
                <a:gd name="connsiteX24" fmla="*/ 4604 w 1206752"/>
                <a:gd name="connsiteY24" fmla="*/ 1027090 h 1779038"/>
                <a:gd name="connsiteX25" fmla="*/ 59042 w 1206752"/>
                <a:gd name="connsiteY25" fmla="*/ 847240 h 1779038"/>
                <a:gd name="connsiteX26" fmla="*/ 618263 w 1206752"/>
                <a:gd name="connsiteY26" fmla="*/ 362000 h 1779038"/>
                <a:gd name="connsiteX27" fmla="*/ 1010914 w 1206752"/>
                <a:gd name="connsiteY27" fmla="*/ 16143 h 1779038"/>
                <a:gd name="connsiteX28" fmla="*/ 1083331 w 1206752"/>
                <a:gd name="connsiteY28" fmla="*/ 1242 h 17790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1206752" h="1779038">
                  <a:moveTo>
                    <a:pt x="684478" y="532642"/>
                  </a:moveTo>
                  <a:lnTo>
                    <a:pt x="202809" y="956302"/>
                  </a:lnTo>
                  <a:lnTo>
                    <a:pt x="526616" y="1054277"/>
                  </a:lnTo>
                  <a:close/>
                  <a:moveTo>
                    <a:pt x="1083331" y="1242"/>
                  </a:moveTo>
                  <a:cubicBezTo>
                    <a:pt x="1107699" y="4523"/>
                    <a:pt x="1132726" y="13732"/>
                    <a:pt x="1159694" y="21907"/>
                  </a:cubicBezTo>
                  <a:cubicBezTo>
                    <a:pt x="1213692" y="38257"/>
                    <a:pt x="1206426" y="62249"/>
                    <a:pt x="1206426" y="62249"/>
                  </a:cubicBezTo>
                  <a:lnTo>
                    <a:pt x="879801" y="1141478"/>
                  </a:lnTo>
                  <a:cubicBezTo>
                    <a:pt x="879801" y="1141478"/>
                    <a:pt x="951778" y="1163218"/>
                    <a:pt x="987737" y="1174115"/>
                  </a:cubicBezTo>
                  <a:cubicBezTo>
                    <a:pt x="1023694" y="1185015"/>
                    <a:pt x="1010977" y="1226987"/>
                    <a:pt x="1010977" y="1226987"/>
                  </a:cubicBezTo>
                  <a:cubicBezTo>
                    <a:pt x="1010977" y="1226987"/>
                    <a:pt x="985607" y="1310930"/>
                    <a:pt x="978340" y="1334922"/>
                  </a:cubicBezTo>
                  <a:cubicBezTo>
                    <a:pt x="966876" y="1351084"/>
                    <a:pt x="954911" y="1347451"/>
                    <a:pt x="954911" y="1347451"/>
                  </a:cubicBezTo>
                  <a:lnTo>
                    <a:pt x="930919" y="1340184"/>
                  </a:lnTo>
                  <a:lnTo>
                    <a:pt x="828997" y="1309363"/>
                  </a:lnTo>
                  <a:lnTo>
                    <a:pt x="767293" y="1513207"/>
                  </a:lnTo>
                  <a:cubicBezTo>
                    <a:pt x="767293" y="1513207"/>
                    <a:pt x="764223" y="1545030"/>
                    <a:pt x="766604" y="1558811"/>
                  </a:cubicBezTo>
                  <a:cubicBezTo>
                    <a:pt x="769485" y="1592451"/>
                    <a:pt x="789845" y="1611683"/>
                    <a:pt x="789845" y="1611683"/>
                  </a:cubicBezTo>
                  <a:cubicBezTo>
                    <a:pt x="834134" y="1638244"/>
                    <a:pt x="823296" y="1674201"/>
                    <a:pt x="805130" y="1734152"/>
                  </a:cubicBezTo>
                  <a:cubicBezTo>
                    <a:pt x="786963" y="1794102"/>
                    <a:pt x="772618" y="1776687"/>
                    <a:pt x="772618" y="1776687"/>
                  </a:cubicBezTo>
                  <a:lnTo>
                    <a:pt x="280989" y="1627908"/>
                  </a:lnTo>
                  <a:cubicBezTo>
                    <a:pt x="233004" y="1613374"/>
                    <a:pt x="254115" y="1587064"/>
                    <a:pt x="268523" y="1538891"/>
                  </a:cubicBezTo>
                  <a:cubicBezTo>
                    <a:pt x="283056" y="1490968"/>
                    <a:pt x="318450" y="1482010"/>
                    <a:pt x="347892" y="1471298"/>
                  </a:cubicBezTo>
                  <a:cubicBezTo>
                    <a:pt x="377335" y="1460586"/>
                    <a:pt x="378587" y="1434776"/>
                    <a:pt x="378587" y="1434776"/>
                  </a:cubicBezTo>
                  <a:lnTo>
                    <a:pt x="451192" y="1194976"/>
                  </a:lnTo>
                  <a:cubicBezTo>
                    <a:pt x="451192" y="1194976"/>
                    <a:pt x="79463" y="1082467"/>
                    <a:pt x="31478" y="1067934"/>
                  </a:cubicBezTo>
                  <a:cubicBezTo>
                    <a:pt x="-16445" y="1053463"/>
                    <a:pt x="4604" y="1027090"/>
                    <a:pt x="4604" y="1027090"/>
                  </a:cubicBezTo>
                  <a:lnTo>
                    <a:pt x="59042" y="847240"/>
                  </a:lnTo>
                  <a:lnTo>
                    <a:pt x="618263" y="362000"/>
                  </a:lnTo>
                  <a:cubicBezTo>
                    <a:pt x="618263" y="362000"/>
                    <a:pt x="964620" y="61059"/>
                    <a:pt x="1010914" y="16143"/>
                  </a:cubicBezTo>
                  <a:cubicBezTo>
                    <a:pt x="1035251" y="608"/>
                    <a:pt x="1058962" y="-2039"/>
                    <a:pt x="1083331" y="1242"/>
                  </a:cubicBezTo>
                  <a:close/>
                </a:path>
              </a:pathLst>
            </a:custGeom>
            <a:solidFill>
              <a:schemeClr val="lt1">
                <a:lumMod val="85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defTabSz="914400"/>
              <a:endParaRPr lang="zh-CN" altLang="en-US">
                <a:solidFill>
                  <a:schemeClr val="lt1"/>
                </a:solidFill>
              </a:endParaRPr>
            </a:p>
          </p:txBody>
        </p:sp>
        <p:sp>
          <p:nvSpPr>
            <p:cNvPr id="52" name="任意多边形: 形状 51"/>
            <p:cNvSpPr/>
            <p:nvPr>
              <p:custDataLst>
                <p:tags r:id="rId16"/>
              </p:custDataLst>
            </p:nvPr>
          </p:nvSpPr>
          <p:spPr>
            <a:xfrm>
              <a:off x="7709950" y="1161573"/>
              <a:ext cx="1022488" cy="1792947"/>
            </a:xfrm>
            <a:custGeom>
              <a:avLst/>
              <a:gdLst>
                <a:gd name="connsiteX0" fmla="*/ 508808 w 1022488"/>
                <a:gd name="connsiteY0" fmla="*/ 626749 h 1792947"/>
                <a:gd name="connsiteX1" fmla="*/ 170531 w 1022488"/>
                <a:gd name="connsiteY1" fmla="*/ 1171751 h 1792947"/>
                <a:gd name="connsiteX2" fmla="*/ 508808 w 1022488"/>
                <a:gd name="connsiteY2" fmla="*/ 1171751 h 1792947"/>
                <a:gd name="connsiteX3" fmla="*/ 815763 w 1022488"/>
                <a:gd name="connsiteY3" fmla="*/ 310 h 1792947"/>
                <a:gd name="connsiteX4" fmla="*/ 872142 w 1022488"/>
                <a:gd name="connsiteY4" fmla="*/ 25368 h 1792947"/>
                <a:gd name="connsiteX5" fmla="*/ 872142 w 1022488"/>
                <a:gd name="connsiteY5" fmla="*/ 1152958 h 1792947"/>
                <a:gd name="connsiteX6" fmla="*/ 984901 w 1022488"/>
                <a:gd name="connsiteY6" fmla="*/ 1152958 h 1792947"/>
                <a:gd name="connsiteX7" fmla="*/ 1022488 w 1022488"/>
                <a:gd name="connsiteY7" fmla="*/ 1196808 h 1792947"/>
                <a:gd name="connsiteX8" fmla="*/ 1022488 w 1022488"/>
                <a:gd name="connsiteY8" fmla="*/ 1309567 h 1792947"/>
                <a:gd name="connsiteX9" fmla="*/ 1003694 w 1022488"/>
                <a:gd name="connsiteY9" fmla="*/ 1328360 h 1792947"/>
                <a:gd name="connsiteX10" fmla="*/ 978637 w 1022488"/>
                <a:gd name="connsiteY10" fmla="*/ 1328360 h 1792947"/>
                <a:gd name="connsiteX11" fmla="*/ 872142 w 1022488"/>
                <a:gd name="connsiteY11" fmla="*/ 1328360 h 1792947"/>
                <a:gd name="connsiteX12" fmla="*/ 872142 w 1022488"/>
                <a:gd name="connsiteY12" fmla="*/ 1541349 h 1792947"/>
                <a:gd name="connsiteX13" fmla="*/ 884671 w 1022488"/>
                <a:gd name="connsiteY13" fmla="*/ 1585200 h 1792947"/>
                <a:gd name="connsiteX14" fmla="*/ 922257 w 1022488"/>
                <a:gd name="connsiteY14" fmla="*/ 1629051 h 1792947"/>
                <a:gd name="connsiteX15" fmla="*/ 972372 w 1022488"/>
                <a:gd name="connsiteY15" fmla="*/ 1741810 h 1792947"/>
                <a:gd name="connsiteX16" fmla="*/ 953579 w 1022488"/>
                <a:gd name="connsiteY16" fmla="*/ 1791925 h 1792947"/>
                <a:gd name="connsiteX17" fmla="*/ 439900 w 1022488"/>
                <a:gd name="connsiteY17" fmla="*/ 1791925 h 1792947"/>
                <a:gd name="connsiteX18" fmla="*/ 402314 w 1022488"/>
                <a:gd name="connsiteY18" fmla="*/ 1710488 h 1792947"/>
                <a:gd name="connsiteX19" fmla="*/ 458693 w 1022488"/>
                <a:gd name="connsiteY19" fmla="*/ 1622787 h 1792947"/>
                <a:gd name="connsiteX20" fmla="*/ 477486 w 1022488"/>
                <a:gd name="connsiteY20" fmla="*/ 1578936 h 1792947"/>
                <a:gd name="connsiteX21" fmla="*/ 477486 w 1022488"/>
                <a:gd name="connsiteY21" fmla="*/ 1328360 h 1792947"/>
                <a:gd name="connsiteX22" fmla="*/ 38979 w 1022488"/>
                <a:gd name="connsiteY22" fmla="*/ 1328360 h 1792947"/>
                <a:gd name="connsiteX23" fmla="*/ 1393 w 1022488"/>
                <a:gd name="connsiteY23" fmla="*/ 1297038 h 1792947"/>
                <a:gd name="connsiteX24" fmla="*/ 1393 w 1022488"/>
                <a:gd name="connsiteY24" fmla="*/ 1109107 h 1792947"/>
                <a:gd name="connsiteX25" fmla="*/ 396049 w 1022488"/>
                <a:gd name="connsiteY25" fmla="*/ 482668 h 1792947"/>
                <a:gd name="connsiteX26" fmla="*/ 671682 w 1022488"/>
                <a:gd name="connsiteY26" fmla="*/ 37897 h 1792947"/>
                <a:gd name="connsiteX27" fmla="*/ 815763 w 1022488"/>
                <a:gd name="connsiteY27" fmla="*/ 310 h 179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1022488" h="1792947">
                  <a:moveTo>
                    <a:pt x="508808" y="626749"/>
                  </a:moveTo>
                  <a:lnTo>
                    <a:pt x="170531" y="1171751"/>
                  </a:lnTo>
                  <a:lnTo>
                    <a:pt x="508808" y="1171751"/>
                  </a:lnTo>
                  <a:close/>
                  <a:moveTo>
                    <a:pt x="815763" y="310"/>
                  </a:moveTo>
                  <a:cubicBezTo>
                    <a:pt x="872142" y="310"/>
                    <a:pt x="872142" y="25368"/>
                    <a:pt x="872142" y="25368"/>
                  </a:cubicBezTo>
                  <a:lnTo>
                    <a:pt x="872142" y="1152958"/>
                  </a:lnTo>
                  <a:cubicBezTo>
                    <a:pt x="872142" y="1152958"/>
                    <a:pt x="947315" y="1152958"/>
                    <a:pt x="984901" y="1152958"/>
                  </a:cubicBezTo>
                  <a:cubicBezTo>
                    <a:pt x="1022488" y="1152958"/>
                    <a:pt x="1022488" y="1196808"/>
                    <a:pt x="1022488" y="1196808"/>
                  </a:cubicBezTo>
                  <a:cubicBezTo>
                    <a:pt x="1022488" y="1196808"/>
                    <a:pt x="1022488" y="1284510"/>
                    <a:pt x="1022488" y="1309567"/>
                  </a:cubicBezTo>
                  <a:cubicBezTo>
                    <a:pt x="1016223" y="1328360"/>
                    <a:pt x="1003694" y="1328360"/>
                    <a:pt x="1003694" y="1328360"/>
                  </a:cubicBezTo>
                  <a:lnTo>
                    <a:pt x="978637" y="1328360"/>
                  </a:lnTo>
                  <a:lnTo>
                    <a:pt x="872142" y="1328360"/>
                  </a:lnTo>
                  <a:lnTo>
                    <a:pt x="872142" y="1541349"/>
                  </a:lnTo>
                  <a:cubicBezTo>
                    <a:pt x="872142" y="1541349"/>
                    <a:pt x="878407" y="1572671"/>
                    <a:pt x="884671" y="1585200"/>
                  </a:cubicBezTo>
                  <a:cubicBezTo>
                    <a:pt x="897200" y="1616522"/>
                    <a:pt x="922257" y="1629051"/>
                    <a:pt x="922257" y="1629051"/>
                  </a:cubicBezTo>
                  <a:cubicBezTo>
                    <a:pt x="972372" y="1641580"/>
                    <a:pt x="972372" y="1679166"/>
                    <a:pt x="972372" y="1741810"/>
                  </a:cubicBezTo>
                  <a:cubicBezTo>
                    <a:pt x="972372" y="1804454"/>
                    <a:pt x="953579" y="1791925"/>
                    <a:pt x="953579" y="1791925"/>
                  </a:cubicBezTo>
                  <a:lnTo>
                    <a:pt x="439900" y="1791925"/>
                  </a:lnTo>
                  <a:cubicBezTo>
                    <a:pt x="389785" y="1791925"/>
                    <a:pt x="402314" y="1760603"/>
                    <a:pt x="402314" y="1710488"/>
                  </a:cubicBezTo>
                  <a:cubicBezTo>
                    <a:pt x="402314" y="1660373"/>
                    <a:pt x="433636" y="1641580"/>
                    <a:pt x="458693" y="1622787"/>
                  </a:cubicBezTo>
                  <a:cubicBezTo>
                    <a:pt x="483751" y="1603993"/>
                    <a:pt x="477486" y="1578936"/>
                    <a:pt x="477486" y="1578936"/>
                  </a:cubicBezTo>
                  <a:lnTo>
                    <a:pt x="477486" y="1328360"/>
                  </a:lnTo>
                  <a:cubicBezTo>
                    <a:pt x="477486" y="1328360"/>
                    <a:pt x="89094" y="1328360"/>
                    <a:pt x="38979" y="1328360"/>
                  </a:cubicBezTo>
                  <a:cubicBezTo>
                    <a:pt x="-11136" y="1328360"/>
                    <a:pt x="1393" y="1297038"/>
                    <a:pt x="1393" y="1297038"/>
                  </a:cubicBezTo>
                  <a:lnTo>
                    <a:pt x="1393" y="1109107"/>
                  </a:lnTo>
                  <a:lnTo>
                    <a:pt x="396049" y="482668"/>
                  </a:lnTo>
                  <a:cubicBezTo>
                    <a:pt x="396049" y="482668"/>
                    <a:pt x="640360" y="94276"/>
                    <a:pt x="671682" y="37897"/>
                  </a:cubicBezTo>
                  <a:cubicBezTo>
                    <a:pt x="709268" y="-5954"/>
                    <a:pt x="759383" y="310"/>
                    <a:pt x="815763" y="310"/>
                  </a:cubicBezTo>
                  <a:close/>
                </a:path>
              </a:pathLst>
            </a:cu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defTabSz="914400"/>
              <a:endParaRPr lang="zh-CN" altLang="en-US">
                <a:solidFill>
                  <a:schemeClr val="lt1"/>
                </a:solidFill>
              </a:endParaRPr>
            </a:p>
          </p:txBody>
        </p:sp>
      </p:grpSp>
      <p:sp>
        <p:nvSpPr>
          <p:cNvPr id="17" name="文本框 16"/>
          <p:cNvSpPr txBox="1"/>
          <p:nvPr>
            <p:custDataLst>
              <p:tags r:id="rId17"/>
            </p:custDataLst>
          </p:nvPr>
        </p:nvSpPr>
        <p:spPr>
          <a:xfrm>
            <a:off x="1193800" y="1691640"/>
            <a:ext cx="7264400" cy="2413635"/>
          </a:xfrm>
          <a:prstGeom prst="rect">
            <a:avLst/>
          </a:prstGeom>
          <a:noFill/>
        </p:spPr>
        <p:txBody>
          <a:bodyPr wrap="square" lIns="101600" tIns="0" rIns="82550" bIns="0" rtlCol="0" anchor="t" anchorCtr="0">
            <a:spAutoFit/>
          </a:bodyPr>
          <a:lstStyle>
            <a:defPPr>
              <a:defRPr lang="zh-CN"/>
            </a:defPPr>
            <a:lvl1pPr fontAlgn="auto">
              <a:lnSpc>
                <a:spcPct val="130000"/>
              </a:lnSpc>
              <a:spcAft>
                <a:spcPts val="1000"/>
              </a:spcAft>
              <a:defRPr sz="1600" spc="150"/>
            </a:lvl1pPr>
          </a:lstStyle>
          <a:p>
            <a:pPr marL="0" lvl="0" indent="0" algn="l" defTabSz="914400" fontAlgn="ctr">
              <a:lnSpc>
                <a:spcPct val="130000"/>
              </a:lnSpc>
              <a:spcBef>
                <a:spcPts val="2535"/>
              </a:spcBef>
              <a:spcAft>
                <a:spcPts val="0"/>
              </a:spcAft>
              <a:buSzPct val="100000"/>
              <a:buNone/>
            </a:pPr>
            <a:r>
              <a:rPr lang="zh-CN" altLang="en-US" sz="1800" spc="30" dirty="0">
                <a:ln w="3175">
                  <a:noFill/>
                  <a:prstDash val="dash"/>
                </a:ln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店铺运营状态总览，快速进入诊断与优化</a:t>
            </a:r>
            <a:endParaRPr lang="zh-CN" altLang="en-US" sz="1800" spc="30" dirty="0">
              <a:ln w="3175">
                <a:noFill/>
                <a:prstDash val="dash"/>
              </a:ln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0" lvl="0" indent="0" algn="l" defTabSz="914400" fontAlgn="ctr">
              <a:lnSpc>
                <a:spcPct val="130000"/>
              </a:lnSpc>
              <a:spcBef>
                <a:spcPts val="2535"/>
              </a:spcBef>
              <a:spcAft>
                <a:spcPts val="0"/>
              </a:spcAft>
              <a:buSzPct val="100000"/>
              <a:buNone/>
            </a:pPr>
            <a:r>
              <a:rPr lang="zh-CN" altLang="en-US" sz="1800" spc="30" dirty="0">
                <a:ln w="3175">
                  <a:noFill/>
                  <a:prstDash val="dash"/>
                </a:ln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P4P 投放效果摘要、产品排名与异动提醒</a:t>
            </a:r>
            <a:endParaRPr lang="zh-CN" altLang="en-US" sz="1800" spc="30" dirty="0">
              <a:ln w="3175">
                <a:noFill/>
                <a:prstDash val="dash"/>
              </a:ln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0" lvl="0" indent="0" algn="l" defTabSz="914400" fontAlgn="ctr">
              <a:lnSpc>
                <a:spcPct val="130000"/>
              </a:lnSpc>
              <a:spcBef>
                <a:spcPts val="2535"/>
              </a:spcBef>
              <a:spcAft>
                <a:spcPts val="0"/>
              </a:spcAft>
              <a:buSzPct val="100000"/>
              <a:buNone/>
            </a:pPr>
            <a:r>
              <a:rPr lang="zh-CN" altLang="en-US" sz="1800" spc="30" dirty="0">
                <a:ln w="3175">
                  <a:noFill/>
                  <a:prstDash val="dash"/>
                </a:ln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推荐关注清单：该加推、该优化、该跟进的新品</a:t>
            </a:r>
            <a:endParaRPr lang="zh-CN" altLang="en-US" sz="1800" spc="30" dirty="0">
              <a:ln w="3175">
                <a:noFill/>
                <a:prstDash val="dash"/>
              </a:ln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0" lvl="0" indent="0" algn="l" defTabSz="914400" fontAlgn="ctr">
              <a:lnSpc>
                <a:spcPct val="130000"/>
              </a:lnSpc>
              <a:spcBef>
                <a:spcPts val="2535"/>
              </a:spcBef>
              <a:spcAft>
                <a:spcPts val="0"/>
              </a:spcAft>
              <a:buSzPct val="100000"/>
              <a:buNone/>
            </a:pPr>
            <a:r>
              <a:rPr lang="zh-CN" altLang="en-US" sz="1800" spc="30" dirty="0">
                <a:ln w="3175">
                  <a:noFill/>
                  <a:prstDash val="dash"/>
                </a:ln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支持将发品、优化、数据下载、分析串联为完整工作流</a:t>
            </a:r>
            <a:endParaRPr lang="zh-CN" altLang="en-US" sz="1800" spc="30" dirty="0">
              <a:ln w="3175">
                <a:noFill/>
                <a:prstDash val="dash"/>
              </a:ln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5" name="Rectangle 4"/>
          <p:cNvSpPr/>
          <p:nvPr>
            <p:custDataLst>
              <p:tags r:id="rId18"/>
            </p:custDataLst>
          </p:nvPr>
        </p:nvSpPr>
        <p:spPr>
          <a:xfrm>
            <a:off x="6456680" y="914400"/>
            <a:ext cx="2687320" cy="2893060"/>
          </a:xfrm>
          <a:prstGeom prst="rect">
            <a:avLst/>
          </a:prstGeom>
          <a:solidFill>
            <a:schemeClr val="accent5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>
              <a:defRPr sz="1400">
                <a:solidFill>
                  <a:srgbClr val="94A3B8"/>
                </a:solidFill>
              </a:defRPr>
            </a:pPr>
            <a:r>
              <a:rPr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系统界面</a:t>
            </a:r>
            <a:endParaRPr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defTabSz="457200"/>
            <a:r>
              <a:rPr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示意图</a:t>
            </a:r>
            <a:endParaRPr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custDataLst>
      <p:tags r:id="rId19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8" name="组合 7"/>
          <p:cNvGrpSpPr/>
          <p:nvPr userDrawn="1">
            <p:custDataLst>
              <p:tags r:id="rId1"/>
            </p:custDataLst>
          </p:nvPr>
        </p:nvGrpSpPr>
        <p:grpSpPr>
          <a:xfrm>
            <a:off x="3001198" y="6045200"/>
            <a:ext cx="6142802" cy="812800"/>
            <a:chOff x="4001597" y="5613400"/>
            <a:chExt cx="8190403" cy="1244600"/>
          </a:xfrm>
        </p:grpSpPr>
        <p:sp>
          <p:nvSpPr>
            <p:cNvPr id="9" name="任意多边形: 形状 8"/>
            <p:cNvSpPr/>
            <p:nvPr>
              <p:custDataLst>
                <p:tags r:id="rId2"/>
              </p:custDataLst>
            </p:nvPr>
          </p:nvSpPr>
          <p:spPr>
            <a:xfrm>
              <a:off x="4001597" y="5613400"/>
              <a:ext cx="8190402" cy="1244600"/>
            </a:xfrm>
            <a:custGeom>
              <a:avLst/>
              <a:gdLst>
                <a:gd name="connsiteX0" fmla="*/ 8190402 w 8190402"/>
                <a:gd name="connsiteY0" fmla="*/ 0 h 1244600"/>
                <a:gd name="connsiteX1" fmla="*/ 8190402 w 8190402"/>
                <a:gd name="connsiteY1" fmla="*/ 1155849 h 1244600"/>
                <a:gd name="connsiteX2" fmla="*/ 4203232 w 8190402"/>
                <a:gd name="connsiteY2" fmla="*/ 1244600 h 1244600"/>
                <a:gd name="connsiteX3" fmla="*/ 0 w 8190402"/>
                <a:gd name="connsiteY3" fmla="*/ 1244600 h 1244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190402" h="1244600">
                  <a:moveTo>
                    <a:pt x="8190402" y="0"/>
                  </a:moveTo>
                  <a:lnTo>
                    <a:pt x="8190402" y="1155849"/>
                  </a:lnTo>
                  <a:lnTo>
                    <a:pt x="4203232" y="1244600"/>
                  </a:lnTo>
                  <a:lnTo>
                    <a:pt x="0" y="1244600"/>
                  </a:ln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 defTabSz="914400"/>
              <a:endParaRPr lang="zh-CN" altLang="en-US" sz="135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0" name="等腰三角形 9"/>
            <p:cNvSpPr/>
            <p:nvPr>
              <p:custDataLst>
                <p:tags r:id="rId3"/>
              </p:custDataLst>
            </p:nvPr>
          </p:nvSpPr>
          <p:spPr>
            <a:xfrm>
              <a:off x="5816600" y="5949254"/>
              <a:ext cx="6375400" cy="908746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 defTabSz="914400"/>
              <a:endParaRPr lang="zh-CN" altLang="en-US" sz="135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2" name="Rectangle 1"/>
          <p:cNvSpPr/>
          <p:nvPr>
            <p:custDataLst>
              <p:tags r:id="rId4"/>
            </p:custDataLst>
          </p:nvPr>
        </p:nvSpPr>
        <p:spPr>
          <a:xfrm>
            <a:off x="0" y="0"/>
            <a:ext cx="9144000" cy="914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457200">
              <a:defRPr sz="2600" b="1">
                <a:solidFill>
                  <a:srgbClr val="FFFFFF"/>
                </a:solidFill>
              </a:defRPr>
            </a:pPr>
            <a:r>
              <a:rPr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图片与素材支持</a:t>
            </a:r>
            <a:endParaRPr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94360" y="987552"/>
            <a:ext cx="1833880" cy="2914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defTabSz="457200">
              <a:defRPr sz="1300">
                <a:solidFill>
                  <a:srgbClr val="6B7A8C"/>
                </a:solidFill>
              </a:defRPr>
            </a:pPr>
            <a:r>
              <a:rPr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让上新前的准备更高效</a:t>
            </a:r>
            <a:endParaRPr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6" name="组合 5"/>
          <p:cNvGrpSpPr>
            <a:grpSpLocks noChangeAspect="1"/>
          </p:cNvGrpSpPr>
          <p:nvPr>
            <p:custDataLst>
              <p:tags r:id="rId5"/>
            </p:custDataLst>
          </p:nvPr>
        </p:nvGrpSpPr>
        <p:grpSpPr>
          <a:xfrm>
            <a:off x="780923" y="2063750"/>
            <a:ext cx="216155" cy="406400"/>
            <a:chOff x="1283913" y="1155618"/>
            <a:chExt cx="1013226" cy="1905000"/>
          </a:xfrm>
        </p:grpSpPr>
        <p:sp>
          <p:nvSpPr>
            <p:cNvPr id="7" name="任意多边形: 形状 3"/>
            <p:cNvSpPr/>
            <p:nvPr>
              <p:custDataLst>
                <p:tags r:id="rId6"/>
              </p:custDataLst>
            </p:nvPr>
          </p:nvSpPr>
          <p:spPr>
            <a:xfrm>
              <a:off x="1283913" y="1226700"/>
              <a:ext cx="1013226" cy="1833918"/>
            </a:xfrm>
            <a:custGeom>
              <a:avLst/>
              <a:gdLst/>
              <a:ahLst/>
              <a:cxnLst/>
              <a:rect l="0" t="0" r="0" b="0"/>
              <a:pathLst>
                <a:path w="2000378" h="3620645">
                  <a:moveTo>
                    <a:pt x="181229" y="3355341"/>
                  </a:moveTo>
                  <a:lnTo>
                    <a:pt x="232156" y="3371851"/>
                  </a:lnTo>
                  <a:lnTo>
                    <a:pt x="1120521" y="3613786"/>
                  </a:lnTo>
                  <a:cubicBezTo>
                    <a:pt x="1120521" y="3613786"/>
                    <a:pt x="1145032" y="3620644"/>
                    <a:pt x="1176274" y="3602991"/>
                  </a:cubicBezTo>
                  <a:cubicBezTo>
                    <a:pt x="1191895" y="3594228"/>
                    <a:pt x="1195324" y="3581909"/>
                    <a:pt x="1219327" y="3496311"/>
                  </a:cubicBezTo>
                  <a:cubicBezTo>
                    <a:pt x="1243330" y="3410713"/>
                    <a:pt x="1244727" y="3358389"/>
                    <a:pt x="1178179" y="3313304"/>
                  </a:cubicBezTo>
                  <a:cubicBezTo>
                    <a:pt x="1148334" y="3278633"/>
                    <a:pt x="1118489" y="3243835"/>
                    <a:pt x="1135634" y="3182748"/>
                  </a:cubicBezTo>
                  <a:lnTo>
                    <a:pt x="1319403" y="2502281"/>
                  </a:lnTo>
                  <a:lnTo>
                    <a:pt x="1637665" y="1364869"/>
                  </a:lnTo>
                  <a:lnTo>
                    <a:pt x="2000377" y="68453"/>
                  </a:lnTo>
                  <a:lnTo>
                    <a:pt x="1829181" y="20574"/>
                  </a:lnTo>
                  <a:lnTo>
                    <a:pt x="1780286" y="6858"/>
                  </a:lnTo>
                  <a:cubicBezTo>
                    <a:pt x="1780286" y="6858"/>
                    <a:pt x="1755775" y="0"/>
                    <a:pt x="1724533" y="17653"/>
                  </a:cubicBezTo>
                  <a:cubicBezTo>
                    <a:pt x="1693291" y="35306"/>
                    <a:pt x="1476121" y="198755"/>
                    <a:pt x="1476121" y="198755"/>
                  </a:cubicBezTo>
                  <a:cubicBezTo>
                    <a:pt x="1476121" y="198755"/>
                    <a:pt x="1144016" y="395987"/>
                    <a:pt x="1060323" y="412115"/>
                  </a:cubicBezTo>
                  <a:cubicBezTo>
                    <a:pt x="957580" y="449326"/>
                    <a:pt x="851408" y="498730"/>
                    <a:pt x="691007" y="506603"/>
                  </a:cubicBezTo>
                  <a:cubicBezTo>
                    <a:pt x="631825" y="529590"/>
                    <a:pt x="607314" y="522733"/>
                    <a:pt x="576580" y="632841"/>
                  </a:cubicBezTo>
                  <a:cubicBezTo>
                    <a:pt x="545846" y="742950"/>
                    <a:pt x="561467" y="734060"/>
                    <a:pt x="561467" y="734060"/>
                  </a:cubicBezTo>
                  <a:cubicBezTo>
                    <a:pt x="561467" y="734060"/>
                    <a:pt x="544322" y="795275"/>
                    <a:pt x="713613" y="803021"/>
                  </a:cubicBezTo>
                  <a:cubicBezTo>
                    <a:pt x="882904" y="810768"/>
                    <a:pt x="963041" y="806831"/>
                    <a:pt x="963041" y="806831"/>
                  </a:cubicBezTo>
                  <a:lnTo>
                    <a:pt x="644779" y="1944243"/>
                  </a:lnTo>
                  <a:lnTo>
                    <a:pt x="415544" y="2763647"/>
                  </a:lnTo>
                  <a:lnTo>
                    <a:pt x="364236" y="2947162"/>
                  </a:lnTo>
                  <a:cubicBezTo>
                    <a:pt x="364236" y="2947162"/>
                    <a:pt x="361315" y="3051810"/>
                    <a:pt x="127508" y="3039237"/>
                  </a:cubicBezTo>
                  <a:cubicBezTo>
                    <a:pt x="99568" y="3044572"/>
                    <a:pt x="92837" y="3069083"/>
                    <a:pt x="79121" y="3117978"/>
                  </a:cubicBezTo>
                  <a:cubicBezTo>
                    <a:pt x="65405" y="3166873"/>
                    <a:pt x="44958" y="3240279"/>
                    <a:pt x="44958" y="3240279"/>
                  </a:cubicBezTo>
                  <a:cubicBezTo>
                    <a:pt x="44958" y="3240279"/>
                    <a:pt x="0" y="3306827"/>
                    <a:pt x="109982" y="3337561"/>
                  </a:cubicBezTo>
                  <a:cubicBezTo>
                    <a:pt x="158750" y="3351277"/>
                    <a:pt x="173101" y="3354198"/>
                    <a:pt x="181229" y="3355341"/>
                  </a:cubicBezTo>
                  <a:close/>
                </a:path>
              </a:pathLst>
            </a:custGeom>
            <a:solidFill>
              <a:schemeClr val="lt1">
                <a:lumMod val="85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/>
              <a:endParaRPr lang="zh-CN" altLang="en-US">
                <a:solidFill>
                  <a:schemeClr val="lt1"/>
                </a:solidFill>
              </a:endParaRPr>
            </a:p>
          </p:txBody>
        </p:sp>
        <p:sp>
          <p:nvSpPr>
            <p:cNvPr id="11" name="任意多边形: 形状 4"/>
            <p:cNvSpPr/>
            <p:nvPr>
              <p:custDataLst>
                <p:tags r:id="rId7"/>
              </p:custDataLst>
            </p:nvPr>
          </p:nvSpPr>
          <p:spPr>
            <a:xfrm>
              <a:off x="1356217" y="1155618"/>
              <a:ext cx="704389" cy="1852637"/>
            </a:xfrm>
            <a:custGeom>
              <a:avLst/>
              <a:gdLst/>
              <a:ahLst/>
              <a:cxnLst/>
              <a:rect l="0" t="0" r="0" b="0"/>
              <a:pathLst>
                <a:path w="1390651" h="3657601">
                  <a:moveTo>
                    <a:pt x="352933" y="3655441"/>
                  </a:moveTo>
                  <a:lnTo>
                    <a:pt x="406400" y="3657600"/>
                  </a:lnTo>
                  <a:lnTo>
                    <a:pt x="1327150" y="3651250"/>
                  </a:lnTo>
                  <a:cubicBezTo>
                    <a:pt x="1327150" y="3651250"/>
                    <a:pt x="1352550" y="3651250"/>
                    <a:pt x="1377950" y="3625850"/>
                  </a:cubicBezTo>
                  <a:cubicBezTo>
                    <a:pt x="1390650" y="3613150"/>
                    <a:pt x="1390650" y="3600450"/>
                    <a:pt x="1390650" y="3511550"/>
                  </a:cubicBezTo>
                  <a:cubicBezTo>
                    <a:pt x="1390650" y="3422650"/>
                    <a:pt x="1377950" y="3371850"/>
                    <a:pt x="1301750" y="3346450"/>
                  </a:cubicBezTo>
                  <a:cubicBezTo>
                    <a:pt x="1263650" y="3321050"/>
                    <a:pt x="1225550" y="3295650"/>
                    <a:pt x="1225550" y="3232150"/>
                  </a:cubicBezTo>
                  <a:lnTo>
                    <a:pt x="1219200" y="2527300"/>
                  </a:lnTo>
                  <a:lnTo>
                    <a:pt x="1219200" y="1346200"/>
                  </a:lnTo>
                  <a:lnTo>
                    <a:pt x="1219200" y="0"/>
                  </a:lnTo>
                  <a:lnTo>
                    <a:pt x="1041400" y="0"/>
                  </a:lnTo>
                  <a:lnTo>
                    <a:pt x="990600" y="0"/>
                  </a:lnTo>
                  <a:cubicBezTo>
                    <a:pt x="990600" y="0"/>
                    <a:pt x="965200" y="0"/>
                    <a:pt x="939800" y="25400"/>
                  </a:cubicBezTo>
                  <a:cubicBezTo>
                    <a:pt x="914400" y="50800"/>
                    <a:pt x="749300" y="266700"/>
                    <a:pt x="749300" y="266700"/>
                  </a:cubicBezTo>
                  <a:cubicBezTo>
                    <a:pt x="749300" y="266700"/>
                    <a:pt x="482600" y="546100"/>
                    <a:pt x="406400" y="584200"/>
                  </a:cubicBezTo>
                  <a:cubicBezTo>
                    <a:pt x="317500" y="647700"/>
                    <a:pt x="228600" y="723900"/>
                    <a:pt x="76200" y="774700"/>
                  </a:cubicBezTo>
                  <a:cubicBezTo>
                    <a:pt x="25400" y="812800"/>
                    <a:pt x="0" y="812800"/>
                    <a:pt x="0" y="927100"/>
                  </a:cubicBezTo>
                  <a:cubicBezTo>
                    <a:pt x="0" y="1041400"/>
                    <a:pt x="12700" y="1028700"/>
                    <a:pt x="12700" y="1028700"/>
                  </a:cubicBezTo>
                  <a:cubicBezTo>
                    <a:pt x="12700" y="1028700"/>
                    <a:pt x="12700" y="1092200"/>
                    <a:pt x="177800" y="1054100"/>
                  </a:cubicBezTo>
                  <a:cubicBezTo>
                    <a:pt x="342903" y="1016013"/>
                    <a:pt x="419100" y="990600"/>
                    <a:pt x="419100" y="990600"/>
                  </a:cubicBezTo>
                  <a:lnTo>
                    <a:pt x="419100" y="2171700"/>
                  </a:lnTo>
                  <a:lnTo>
                    <a:pt x="419100" y="3022600"/>
                  </a:lnTo>
                  <a:lnTo>
                    <a:pt x="419100" y="3213100"/>
                  </a:lnTo>
                  <a:cubicBezTo>
                    <a:pt x="419100" y="3213100"/>
                    <a:pt x="444500" y="3314700"/>
                    <a:pt x="215900" y="3365500"/>
                  </a:cubicBezTo>
                  <a:cubicBezTo>
                    <a:pt x="190500" y="3378200"/>
                    <a:pt x="190500" y="3403600"/>
                    <a:pt x="190500" y="3454400"/>
                  </a:cubicBezTo>
                  <a:cubicBezTo>
                    <a:pt x="190500" y="3505200"/>
                    <a:pt x="190500" y="3581400"/>
                    <a:pt x="190500" y="3581400"/>
                  </a:cubicBezTo>
                  <a:cubicBezTo>
                    <a:pt x="190500" y="3581400"/>
                    <a:pt x="165100" y="3657600"/>
                    <a:pt x="279400" y="3657600"/>
                  </a:cubicBezTo>
                  <a:cubicBezTo>
                    <a:pt x="330200" y="3657600"/>
                    <a:pt x="344678" y="3656584"/>
                    <a:pt x="352933" y="3655441"/>
                  </a:cubicBezTo>
                  <a:close/>
                </a:path>
              </a:pathLst>
            </a:cu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/>
              <a:endParaRPr lang="zh-CN" altLang="en-US">
                <a:solidFill>
                  <a:schemeClr val="lt1"/>
                </a:solidFill>
              </a:endParaRPr>
            </a:p>
          </p:txBody>
        </p:sp>
      </p:grpSp>
      <p:grpSp>
        <p:nvGrpSpPr>
          <p:cNvPr id="62" name="组合 61"/>
          <p:cNvGrpSpPr>
            <a:grpSpLocks noChangeAspect="1"/>
          </p:cNvGrpSpPr>
          <p:nvPr>
            <p:custDataLst>
              <p:tags r:id="rId8"/>
            </p:custDataLst>
          </p:nvPr>
        </p:nvGrpSpPr>
        <p:grpSpPr>
          <a:xfrm>
            <a:off x="742428" y="2765425"/>
            <a:ext cx="293145" cy="406400"/>
            <a:chOff x="3262468" y="1155618"/>
            <a:chExt cx="1374117" cy="1905000"/>
          </a:xfrm>
        </p:grpSpPr>
        <p:sp>
          <p:nvSpPr>
            <p:cNvPr id="12" name="任意多边形: 形状 6"/>
            <p:cNvSpPr/>
            <p:nvPr>
              <p:custDataLst>
                <p:tags r:id="rId9"/>
              </p:custDataLst>
            </p:nvPr>
          </p:nvSpPr>
          <p:spPr>
            <a:xfrm>
              <a:off x="3262468" y="1156762"/>
              <a:ext cx="1374117" cy="1903856"/>
            </a:xfrm>
            <a:custGeom>
              <a:avLst/>
              <a:gdLst/>
              <a:ahLst/>
              <a:cxnLst/>
              <a:rect l="0" t="0" r="0" b="0"/>
              <a:pathLst>
                <a:path w="2745487" h="3803905">
                  <a:moveTo>
                    <a:pt x="2261235" y="2882773"/>
                  </a:moveTo>
                  <a:lnTo>
                    <a:pt x="2089658" y="3270377"/>
                  </a:lnTo>
                  <a:lnTo>
                    <a:pt x="1880235" y="3700399"/>
                  </a:lnTo>
                  <a:lnTo>
                    <a:pt x="1835658" y="3767201"/>
                  </a:lnTo>
                  <a:cubicBezTo>
                    <a:pt x="1835658" y="3767201"/>
                    <a:pt x="1825625" y="3803904"/>
                    <a:pt x="1715389" y="3773932"/>
                  </a:cubicBezTo>
                  <a:cubicBezTo>
                    <a:pt x="1605153" y="3743833"/>
                    <a:pt x="1066038" y="3596894"/>
                    <a:pt x="1066038" y="3596894"/>
                  </a:cubicBezTo>
                  <a:lnTo>
                    <a:pt x="0" y="3306191"/>
                  </a:lnTo>
                  <a:lnTo>
                    <a:pt x="143637" y="2779268"/>
                  </a:lnTo>
                  <a:cubicBezTo>
                    <a:pt x="143637" y="2779268"/>
                    <a:pt x="172593" y="2721356"/>
                    <a:pt x="238252" y="2673477"/>
                  </a:cubicBezTo>
                  <a:cubicBezTo>
                    <a:pt x="303911" y="2625599"/>
                    <a:pt x="491109" y="2518664"/>
                    <a:pt x="491109" y="2518664"/>
                  </a:cubicBezTo>
                  <a:lnTo>
                    <a:pt x="731647" y="2360422"/>
                  </a:lnTo>
                  <a:lnTo>
                    <a:pt x="1094740" y="2090801"/>
                  </a:lnTo>
                  <a:cubicBezTo>
                    <a:pt x="1094740" y="2090801"/>
                    <a:pt x="1483487" y="1775587"/>
                    <a:pt x="1538097" y="1671955"/>
                  </a:cubicBezTo>
                  <a:cubicBezTo>
                    <a:pt x="1592706" y="1568323"/>
                    <a:pt x="1663954" y="1548257"/>
                    <a:pt x="1812036" y="1101598"/>
                  </a:cubicBezTo>
                  <a:cubicBezTo>
                    <a:pt x="1812036" y="1101598"/>
                    <a:pt x="1904492" y="810895"/>
                    <a:pt x="1913382" y="681609"/>
                  </a:cubicBezTo>
                  <a:cubicBezTo>
                    <a:pt x="1922272" y="552450"/>
                    <a:pt x="1929003" y="527939"/>
                    <a:pt x="1905635" y="468884"/>
                  </a:cubicBezTo>
                  <a:cubicBezTo>
                    <a:pt x="1882267" y="409830"/>
                    <a:pt x="1825371" y="328549"/>
                    <a:pt x="1711833" y="310770"/>
                  </a:cubicBezTo>
                  <a:cubicBezTo>
                    <a:pt x="1598168" y="292989"/>
                    <a:pt x="1591564" y="317500"/>
                    <a:pt x="1591564" y="317500"/>
                  </a:cubicBezTo>
                  <a:cubicBezTo>
                    <a:pt x="1591564" y="317500"/>
                    <a:pt x="1480185" y="339725"/>
                    <a:pt x="1454531" y="530225"/>
                  </a:cubicBezTo>
                  <a:cubicBezTo>
                    <a:pt x="1436751" y="643890"/>
                    <a:pt x="1408938" y="939039"/>
                    <a:pt x="1265174" y="1031495"/>
                  </a:cubicBezTo>
                  <a:cubicBezTo>
                    <a:pt x="1230630" y="1061593"/>
                    <a:pt x="1170559" y="1137286"/>
                    <a:pt x="1004570" y="1118362"/>
                  </a:cubicBezTo>
                  <a:cubicBezTo>
                    <a:pt x="967867" y="1108330"/>
                    <a:pt x="915416" y="1107186"/>
                    <a:pt x="851916" y="1050417"/>
                  </a:cubicBezTo>
                  <a:cubicBezTo>
                    <a:pt x="830707" y="1031494"/>
                    <a:pt x="703707" y="917829"/>
                    <a:pt x="752729" y="641604"/>
                  </a:cubicBezTo>
                  <a:cubicBezTo>
                    <a:pt x="766064" y="592582"/>
                    <a:pt x="830707" y="307467"/>
                    <a:pt x="1161542" y="108077"/>
                  </a:cubicBezTo>
                  <a:cubicBezTo>
                    <a:pt x="1192784" y="90297"/>
                    <a:pt x="1326388" y="34544"/>
                    <a:pt x="1409954" y="17780"/>
                  </a:cubicBezTo>
                  <a:cubicBezTo>
                    <a:pt x="1493519" y="1016"/>
                    <a:pt x="1730756" y="0"/>
                    <a:pt x="1865502" y="36703"/>
                  </a:cubicBezTo>
                  <a:cubicBezTo>
                    <a:pt x="1902206" y="46736"/>
                    <a:pt x="2040381" y="71247"/>
                    <a:pt x="2235326" y="177038"/>
                  </a:cubicBezTo>
                  <a:cubicBezTo>
                    <a:pt x="2268727" y="199263"/>
                    <a:pt x="2302129" y="221615"/>
                    <a:pt x="2302129" y="221615"/>
                  </a:cubicBezTo>
                  <a:cubicBezTo>
                    <a:pt x="2302129" y="221615"/>
                    <a:pt x="2453639" y="341884"/>
                    <a:pt x="2480310" y="388747"/>
                  </a:cubicBezTo>
                  <a:cubicBezTo>
                    <a:pt x="2489200" y="404368"/>
                    <a:pt x="2646299" y="552450"/>
                    <a:pt x="2686431" y="839852"/>
                  </a:cubicBezTo>
                  <a:cubicBezTo>
                    <a:pt x="2688717" y="879984"/>
                    <a:pt x="2745486" y="1106044"/>
                    <a:pt x="2615184" y="1439165"/>
                  </a:cubicBezTo>
                  <a:cubicBezTo>
                    <a:pt x="2608453" y="1463675"/>
                    <a:pt x="2536063" y="1680846"/>
                    <a:pt x="2272157" y="1924813"/>
                  </a:cubicBezTo>
                  <a:cubicBezTo>
                    <a:pt x="2206498" y="1972692"/>
                    <a:pt x="2049399" y="2114170"/>
                    <a:pt x="1695196" y="2254505"/>
                  </a:cubicBezTo>
                  <a:cubicBezTo>
                    <a:pt x="1561592" y="2310258"/>
                    <a:pt x="1082548" y="2521839"/>
                    <a:pt x="1082548" y="2521839"/>
                  </a:cubicBezTo>
                  <a:cubicBezTo>
                    <a:pt x="1082548" y="2521839"/>
                    <a:pt x="628142" y="2740152"/>
                    <a:pt x="605790" y="2773553"/>
                  </a:cubicBezTo>
                  <a:cubicBezTo>
                    <a:pt x="703834" y="2800224"/>
                    <a:pt x="1340993" y="2973959"/>
                    <a:pt x="1340993" y="2973959"/>
                  </a:cubicBezTo>
                  <a:lnTo>
                    <a:pt x="1684020" y="3067558"/>
                  </a:lnTo>
                  <a:cubicBezTo>
                    <a:pt x="1684020" y="3067558"/>
                    <a:pt x="1803146" y="3113278"/>
                    <a:pt x="1876679" y="2988437"/>
                  </a:cubicBezTo>
                  <a:cubicBezTo>
                    <a:pt x="1950212" y="2863723"/>
                    <a:pt x="1980311" y="2753360"/>
                    <a:pt x="2066036" y="2776855"/>
                  </a:cubicBezTo>
                  <a:cubicBezTo>
                    <a:pt x="2152015" y="2800350"/>
                    <a:pt x="2253361" y="2814828"/>
                    <a:pt x="2261235" y="2882773"/>
                  </a:cubicBezTo>
                  <a:close/>
                </a:path>
              </a:pathLst>
            </a:custGeom>
            <a:solidFill>
              <a:schemeClr val="lt1">
                <a:lumMod val="85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/>
              <a:endParaRPr lang="zh-CN" altLang="en-US">
                <a:solidFill>
                  <a:schemeClr val="lt1"/>
                </a:solidFill>
              </a:endParaRPr>
            </a:p>
          </p:txBody>
        </p:sp>
        <p:sp>
          <p:nvSpPr>
            <p:cNvPr id="13" name="任意多边形: 形状 7"/>
            <p:cNvSpPr/>
            <p:nvPr>
              <p:custDataLst>
                <p:tags r:id="rId10"/>
              </p:custDataLst>
            </p:nvPr>
          </p:nvSpPr>
          <p:spPr>
            <a:xfrm>
              <a:off x="3369890" y="1155618"/>
              <a:ext cx="1036086" cy="1830631"/>
            </a:xfrm>
            <a:custGeom>
              <a:avLst/>
              <a:gdLst/>
              <a:ahLst/>
              <a:cxnLst/>
              <a:rect l="0" t="0" r="0" b="0"/>
              <a:pathLst>
                <a:path w="2070101" h="3657601">
                  <a:moveTo>
                    <a:pt x="2070100" y="2654300"/>
                  </a:moveTo>
                  <a:lnTo>
                    <a:pt x="2006600" y="3073400"/>
                  </a:lnTo>
                  <a:lnTo>
                    <a:pt x="1917700" y="3543300"/>
                  </a:lnTo>
                  <a:lnTo>
                    <a:pt x="1892300" y="3619500"/>
                  </a:lnTo>
                  <a:cubicBezTo>
                    <a:pt x="1892300" y="3619500"/>
                    <a:pt x="1892300" y="3657600"/>
                    <a:pt x="1778000" y="3657600"/>
                  </a:cubicBezTo>
                  <a:cubicBezTo>
                    <a:pt x="1663700" y="3657600"/>
                    <a:pt x="1104900" y="3657600"/>
                    <a:pt x="1104900" y="3657600"/>
                  </a:cubicBezTo>
                  <a:lnTo>
                    <a:pt x="0" y="3657600"/>
                  </a:lnTo>
                  <a:lnTo>
                    <a:pt x="0" y="3111500"/>
                  </a:lnTo>
                  <a:cubicBezTo>
                    <a:pt x="0" y="3111500"/>
                    <a:pt x="12700" y="3048000"/>
                    <a:pt x="63500" y="2984500"/>
                  </a:cubicBezTo>
                  <a:cubicBezTo>
                    <a:pt x="114300" y="2921000"/>
                    <a:pt x="266700" y="2768600"/>
                    <a:pt x="266700" y="2768600"/>
                  </a:cubicBezTo>
                  <a:lnTo>
                    <a:pt x="457200" y="2552700"/>
                  </a:lnTo>
                  <a:lnTo>
                    <a:pt x="736600" y="2197100"/>
                  </a:lnTo>
                  <a:cubicBezTo>
                    <a:pt x="736600" y="2197100"/>
                    <a:pt x="1028700" y="1790700"/>
                    <a:pt x="1054100" y="1676400"/>
                  </a:cubicBezTo>
                  <a:cubicBezTo>
                    <a:pt x="1079502" y="1562101"/>
                    <a:pt x="1143000" y="1524000"/>
                    <a:pt x="1168400" y="1054100"/>
                  </a:cubicBezTo>
                  <a:cubicBezTo>
                    <a:pt x="1168400" y="1054100"/>
                    <a:pt x="1181100" y="749300"/>
                    <a:pt x="1155700" y="622300"/>
                  </a:cubicBezTo>
                  <a:cubicBezTo>
                    <a:pt x="1130300" y="495300"/>
                    <a:pt x="1130300" y="469900"/>
                    <a:pt x="1092200" y="419100"/>
                  </a:cubicBezTo>
                  <a:cubicBezTo>
                    <a:pt x="1054100" y="368300"/>
                    <a:pt x="977900" y="304800"/>
                    <a:pt x="863600" y="317500"/>
                  </a:cubicBezTo>
                  <a:cubicBezTo>
                    <a:pt x="749300" y="330200"/>
                    <a:pt x="749300" y="355600"/>
                    <a:pt x="749300" y="355600"/>
                  </a:cubicBezTo>
                  <a:cubicBezTo>
                    <a:pt x="749300" y="355600"/>
                    <a:pt x="647700" y="406400"/>
                    <a:pt x="673100" y="596900"/>
                  </a:cubicBezTo>
                  <a:cubicBezTo>
                    <a:pt x="685800" y="711200"/>
                    <a:pt x="736600" y="1003300"/>
                    <a:pt x="622300" y="1130300"/>
                  </a:cubicBezTo>
                  <a:cubicBezTo>
                    <a:pt x="596900" y="1168400"/>
                    <a:pt x="558800" y="1257300"/>
                    <a:pt x="393700" y="1282700"/>
                  </a:cubicBezTo>
                  <a:cubicBezTo>
                    <a:pt x="355600" y="1282700"/>
                    <a:pt x="304800" y="1295400"/>
                    <a:pt x="228600" y="1257300"/>
                  </a:cubicBezTo>
                  <a:cubicBezTo>
                    <a:pt x="203200" y="1244600"/>
                    <a:pt x="50800" y="1168400"/>
                    <a:pt x="25400" y="889000"/>
                  </a:cubicBezTo>
                  <a:cubicBezTo>
                    <a:pt x="25400" y="838200"/>
                    <a:pt x="12700" y="546100"/>
                    <a:pt x="279400" y="266700"/>
                  </a:cubicBezTo>
                  <a:cubicBezTo>
                    <a:pt x="304800" y="241300"/>
                    <a:pt x="419100" y="152400"/>
                    <a:pt x="495300" y="114300"/>
                  </a:cubicBezTo>
                  <a:cubicBezTo>
                    <a:pt x="571497" y="76193"/>
                    <a:pt x="800100" y="12700"/>
                    <a:pt x="939800" y="12700"/>
                  </a:cubicBezTo>
                  <a:cubicBezTo>
                    <a:pt x="977900" y="12700"/>
                    <a:pt x="1117600" y="0"/>
                    <a:pt x="1333500" y="50800"/>
                  </a:cubicBezTo>
                  <a:cubicBezTo>
                    <a:pt x="1371600" y="63500"/>
                    <a:pt x="1409700" y="76200"/>
                    <a:pt x="1409700" y="76200"/>
                  </a:cubicBezTo>
                  <a:cubicBezTo>
                    <a:pt x="1409700" y="76200"/>
                    <a:pt x="1587500" y="152400"/>
                    <a:pt x="1625600" y="190500"/>
                  </a:cubicBezTo>
                  <a:cubicBezTo>
                    <a:pt x="1638300" y="203200"/>
                    <a:pt x="1828800" y="304800"/>
                    <a:pt x="1943100" y="571500"/>
                  </a:cubicBezTo>
                  <a:cubicBezTo>
                    <a:pt x="1955800" y="609600"/>
                    <a:pt x="2070100" y="812800"/>
                    <a:pt x="2032000" y="1168400"/>
                  </a:cubicBezTo>
                  <a:cubicBezTo>
                    <a:pt x="2032000" y="1193800"/>
                    <a:pt x="2019300" y="1422400"/>
                    <a:pt x="1828800" y="1727200"/>
                  </a:cubicBezTo>
                  <a:cubicBezTo>
                    <a:pt x="1778000" y="1790700"/>
                    <a:pt x="1663700" y="1968500"/>
                    <a:pt x="1358900" y="2197100"/>
                  </a:cubicBezTo>
                  <a:cubicBezTo>
                    <a:pt x="1244600" y="2286000"/>
                    <a:pt x="838200" y="2616200"/>
                    <a:pt x="838200" y="2616200"/>
                  </a:cubicBezTo>
                  <a:cubicBezTo>
                    <a:pt x="838200" y="2616200"/>
                    <a:pt x="457200" y="2946400"/>
                    <a:pt x="444500" y="2984500"/>
                  </a:cubicBezTo>
                  <a:cubicBezTo>
                    <a:pt x="546100" y="2984500"/>
                    <a:pt x="1206500" y="2984500"/>
                    <a:pt x="1206500" y="2984500"/>
                  </a:cubicBezTo>
                  <a:lnTo>
                    <a:pt x="1562100" y="2984500"/>
                  </a:lnTo>
                  <a:cubicBezTo>
                    <a:pt x="1562100" y="2984500"/>
                    <a:pt x="1689100" y="2997200"/>
                    <a:pt x="1727200" y="2857500"/>
                  </a:cubicBezTo>
                  <a:cubicBezTo>
                    <a:pt x="1765312" y="2717803"/>
                    <a:pt x="1765300" y="2603500"/>
                    <a:pt x="1854200" y="2603500"/>
                  </a:cubicBezTo>
                  <a:cubicBezTo>
                    <a:pt x="1943100" y="2603500"/>
                    <a:pt x="2044700" y="2590800"/>
                    <a:pt x="2070100" y="2654300"/>
                  </a:cubicBezTo>
                  <a:close/>
                </a:path>
              </a:pathLst>
            </a:cu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/>
              <a:endParaRPr lang="zh-CN" altLang="en-US">
                <a:solidFill>
                  <a:schemeClr val="lt1"/>
                </a:solidFill>
              </a:endParaRPr>
            </a:p>
          </p:txBody>
        </p:sp>
      </p:grpSp>
      <p:grpSp>
        <p:nvGrpSpPr>
          <p:cNvPr id="63" name="组合 62"/>
          <p:cNvGrpSpPr>
            <a:grpSpLocks noChangeAspect="1"/>
          </p:cNvGrpSpPr>
          <p:nvPr>
            <p:custDataLst>
              <p:tags r:id="rId11"/>
            </p:custDataLst>
          </p:nvPr>
        </p:nvGrpSpPr>
        <p:grpSpPr>
          <a:xfrm>
            <a:off x="750797" y="3467100"/>
            <a:ext cx="276406" cy="406400"/>
            <a:chOff x="5460700" y="1155618"/>
            <a:chExt cx="1295653" cy="1905000"/>
          </a:xfrm>
        </p:grpSpPr>
        <p:sp>
          <p:nvSpPr>
            <p:cNvPr id="14" name="任意多边形: 形状 9"/>
            <p:cNvSpPr/>
            <p:nvPr>
              <p:custDataLst>
                <p:tags r:id="rId12"/>
              </p:custDataLst>
            </p:nvPr>
          </p:nvSpPr>
          <p:spPr>
            <a:xfrm>
              <a:off x="5460700" y="1189984"/>
              <a:ext cx="1295653" cy="1841774"/>
            </a:xfrm>
            <a:custGeom>
              <a:avLst/>
              <a:gdLst/>
              <a:ahLst/>
              <a:cxnLst/>
              <a:rect l="0" t="0" r="0" b="0"/>
              <a:pathLst>
                <a:path w="2599945" h="3695828">
                  <a:moveTo>
                    <a:pt x="1034034" y="1489202"/>
                  </a:moveTo>
                  <a:cubicBezTo>
                    <a:pt x="1034034" y="1489202"/>
                    <a:pt x="1296543" y="1588135"/>
                    <a:pt x="1430401" y="1532890"/>
                  </a:cubicBezTo>
                  <a:cubicBezTo>
                    <a:pt x="1520698" y="1491996"/>
                    <a:pt x="1624203" y="1546860"/>
                    <a:pt x="1794256" y="645160"/>
                  </a:cubicBezTo>
                  <a:cubicBezTo>
                    <a:pt x="1803654" y="516001"/>
                    <a:pt x="1828546" y="377952"/>
                    <a:pt x="1629283" y="336042"/>
                  </a:cubicBezTo>
                  <a:cubicBezTo>
                    <a:pt x="1576959" y="334772"/>
                    <a:pt x="1395349" y="324104"/>
                    <a:pt x="1392301" y="573659"/>
                  </a:cubicBezTo>
                  <a:cubicBezTo>
                    <a:pt x="1391031" y="625983"/>
                    <a:pt x="1394206" y="995807"/>
                    <a:pt x="1235964" y="1044321"/>
                  </a:cubicBezTo>
                  <a:cubicBezTo>
                    <a:pt x="1189101" y="1070864"/>
                    <a:pt x="996188" y="1149350"/>
                    <a:pt x="851789" y="1004062"/>
                  </a:cubicBezTo>
                  <a:cubicBezTo>
                    <a:pt x="821817" y="969391"/>
                    <a:pt x="683006" y="852043"/>
                    <a:pt x="812292" y="479298"/>
                  </a:cubicBezTo>
                  <a:cubicBezTo>
                    <a:pt x="841502" y="421513"/>
                    <a:pt x="916686" y="244602"/>
                    <a:pt x="1222375" y="91948"/>
                  </a:cubicBezTo>
                  <a:cubicBezTo>
                    <a:pt x="1265809" y="77597"/>
                    <a:pt x="1366393" y="0"/>
                    <a:pt x="1738249" y="36830"/>
                  </a:cubicBezTo>
                  <a:cubicBezTo>
                    <a:pt x="1762760" y="43561"/>
                    <a:pt x="2100072" y="110363"/>
                    <a:pt x="2286508" y="293751"/>
                  </a:cubicBezTo>
                  <a:cubicBezTo>
                    <a:pt x="2328672" y="331724"/>
                    <a:pt x="2455291" y="445770"/>
                    <a:pt x="2500376" y="616331"/>
                  </a:cubicBezTo>
                  <a:cubicBezTo>
                    <a:pt x="2514727" y="659765"/>
                    <a:pt x="2599944" y="828294"/>
                    <a:pt x="2565654" y="1095502"/>
                  </a:cubicBezTo>
                  <a:cubicBezTo>
                    <a:pt x="2552065" y="1144524"/>
                    <a:pt x="2543556" y="1366139"/>
                    <a:pt x="2344674" y="1561465"/>
                  </a:cubicBezTo>
                  <a:cubicBezTo>
                    <a:pt x="2310003" y="1591437"/>
                    <a:pt x="2195957" y="1718056"/>
                    <a:pt x="1969770" y="1774063"/>
                  </a:cubicBezTo>
                  <a:cubicBezTo>
                    <a:pt x="1914017" y="1784985"/>
                    <a:pt x="1706753" y="1820037"/>
                    <a:pt x="1645539" y="1803019"/>
                  </a:cubicBezTo>
                  <a:cubicBezTo>
                    <a:pt x="1687703" y="1840992"/>
                    <a:pt x="2038096" y="2003679"/>
                    <a:pt x="2152777" y="2351659"/>
                  </a:cubicBezTo>
                  <a:cubicBezTo>
                    <a:pt x="2176018" y="2410714"/>
                    <a:pt x="2322703" y="2833370"/>
                    <a:pt x="1969135" y="3302254"/>
                  </a:cubicBezTo>
                  <a:cubicBezTo>
                    <a:pt x="1927733" y="3356737"/>
                    <a:pt x="1719453" y="3681222"/>
                    <a:pt x="1124712" y="3688207"/>
                  </a:cubicBezTo>
                  <a:cubicBezTo>
                    <a:pt x="1056767" y="3695827"/>
                    <a:pt x="604647" y="3663061"/>
                    <a:pt x="377190" y="3389503"/>
                  </a:cubicBezTo>
                  <a:cubicBezTo>
                    <a:pt x="299593" y="3289046"/>
                    <a:pt x="0" y="2942718"/>
                    <a:pt x="267843" y="2450212"/>
                  </a:cubicBezTo>
                  <a:cubicBezTo>
                    <a:pt x="321437" y="2399158"/>
                    <a:pt x="435483" y="2272539"/>
                    <a:pt x="649097" y="2357883"/>
                  </a:cubicBezTo>
                  <a:cubicBezTo>
                    <a:pt x="706882" y="2387093"/>
                    <a:pt x="826008" y="2433067"/>
                    <a:pt x="829691" y="2658111"/>
                  </a:cubicBezTo>
                  <a:cubicBezTo>
                    <a:pt x="818261" y="2747138"/>
                    <a:pt x="804672" y="2796159"/>
                    <a:pt x="703707" y="3018537"/>
                  </a:cubicBezTo>
                  <a:cubicBezTo>
                    <a:pt x="686816" y="3079751"/>
                    <a:pt x="602742" y="3241040"/>
                    <a:pt x="837438" y="3345308"/>
                  </a:cubicBezTo>
                  <a:cubicBezTo>
                    <a:pt x="902081" y="3350007"/>
                    <a:pt x="1103376" y="3431922"/>
                    <a:pt x="1238631" y="2942337"/>
                  </a:cubicBezTo>
                  <a:cubicBezTo>
                    <a:pt x="1265682" y="2844420"/>
                    <a:pt x="1386586" y="2311274"/>
                    <a:pt x="1386586" y="2311274"/>
                  </a:cubicBezTo>
                  <a:cubicBezTo>
                    <a:pt x="1386586" y="2311274"/>
                    <a:pt x="1412875" y="2120901"/>
                    <a:pt x="1377442" y="2058417"/>
                  </a:cubicBezTo>
                  <a:cubicBezTo>
                    <a:pt x="1342009" y="1995932"/>
                    <a:pt x="1347978" y="1878965"/>
                    <a:pt x="931799" y="1764031"/>
                  </a:cubicBezTo>
                  <a:cubicBezTo>
                    <a:pt x="882777" y="1750442"/>
                    <a:pt x="814832" y="1758062"/>
                    <a:pt x="881253" y="1565657"/>
                  </a:cubicBezTo>
                  <a:cubicBezTo>
                    <a:pt x="910336" y="1507744"/>
                    <a:pt x="923925" y="1458722"/>
                    <a:pt x="1034034" y="1489202"/>
                  </a:cubicBezTo>
                  <a:close/>
                </a:path>
              </a:pathLst>
            </a:custGeom>
            <a:solidFill>
              <a:schemeClr val="lt1">
                <a:lumMod val="85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/>
              <a:endParaRPr lang="zh-CN" altLang="en-US">
                <a:solidFill>
                  <a:schemeClr val="lt1"/>
                </a:solidFill>
              </a:endParaRPr>
            </a:p>
          </p:txBody>
        </p:sp>
        <p:sp>
          <p:nvSpPr>
            <p:cNvPr id="15" name="任意多边形: 形状 10"/>
            <p:cNvSpPr/>
            <p:nvPr>
              <p:custDataLst>
                <p:tags r:id="rId13"/>
              </p:custDataLst>
            </p:nvPr>
          </p:nvSpPr>
          <p:spPr>
            <a:xfrm>
              <a:off x="5538672" y="1155618"/>
              <a:ext cx="1101229" cy="1905000"/>
            </a:xfrm>
            <a:custGeom>
              <a:avLst/>
              <a:gdLst/>
              <a:ahLst/>
              <a:cxnLst/>
              <a:rect l="0" t="0" r="0" b="0"/>
              <a:pathLst>
                <a:path w="2209801" h="3822701">
                  <a:moveTo>
                    <a:pt x="609600" y="1612900"/>
                  </a:moveTo>
                  <a:cubicBezTo>
                    <a:pt x="609600" y="1612900"/>
                    <a:pt x="889000" y="1638300"/>
                    <a:pt x="1003300" y="1549400"/>
                  </a:cubicBezTo>
                  <a:cubicBezTo>
                    <a:pt x="1079500" y="1485900"/>
                    <a:pt x="1193800" y="1511300"/>
                    <a:pt x="1117600" y="596900"/>
                  </a:cubicBezTo>
                  <a:cubicBezTo>
                    <a:pt x="1092200" y="469900"/>
                    <a:pt x="1079500" y="330200"/>
                    <a:pt x="876300" y="342900"/>
                  </a:cubicBezTo>
                  <a:cubicBezTo>
                    <a:pt x="825500" y="355600"/>
                    <a:pt x="647700" y="393700"/>
                    <a:pt x="711200" y="635000"/>
                  </a:cubicBezTo>
                  <a:cubicBezTo>
                    <a:pt x="723900" y="685800"/>
                    <a:pt x="825500" y="1041400"/>
                    <a:pt x="685800" y="1130300"/>
                  </a:cubicBezTo>
                  <a:cubicBezTo>
                    <a:pt x="647700" y="1168400"/>
                    <a:pt x="482600" y="1295400"/>
                    <a:pt x="304800" y="1193800"/>
                  </a:cubicBezTo>
                  <a:cubicBezTo>
                    <a:pt x="266700" y="1168400"/>
                    <a:pt x="101600" y="1092200"/>
                    <a:pt x="127000" y="698500"/>
                  </a:cubicBezTo>
                  <a:cubicBezTo>
                    <a:pt x="139700" y="635000"/>
                    <a:pt x="165100" y="444500"/>
                    <a:pt x="419100" y="215900"/>
                  </a:cubicBezTo>
                  <a:cubicBezTo>
                    <a:pt x="457200" y="190500"/>
                    <a:pt x="533400" y="88900"/>
                    <a:pt x="901700" y="25400"/>
                  </a:cubicBezTo>
                  <a:cubicBezTo>
                    <a:pt x="927100" y="25400"/>
                    <a:pt x="1270000" y="0"/>
                    <a:pt x="1498600" y="127000"/>
                  </a:cubicBezTo>
                  <a:cubicBezTo>
                    <a:pt x="1549400" y="152400"/>
                    <a:pt x="1701800" y="228600"/>
                    <a:pt x="1790700" y="381000"/>
                  </a:cubicBezTo>
                  <a:cubicBezTo>
                    <a:pt x="1816100" y="419100"/>
                    <a:pt x="1943100" y="558800"/>
                    <a:pt x="1981200" y="825500"/>
                  </a:cubicBezTo>
                  <a:cubicBezTo>
                    <a:pt x="1981200" y="876300"/>
                    <a:pt x="2032000" y="1092200"/>
                    <a:pt x="1892300" y="1333500"/>
                  </a:cubicBezTo>
                  <a:cubicBezTo>
                    <a:pt x="1866900" y="1371600"/>
                    <a:pt x="1790700" y="1524000"/>
                    <a:pt x="1587500" y="1638300"/>
                  </a:cubicBezTo>
                  <a:cubicBezTo>
                    <a:pt x="1536700" y="1663700"/>
                    <a:pt x="1346200" y="1752600"/>
                    <a:pt x="1282700" y="1752600"/>
                  </a:cubicBezTo>
                  <a:cubicBezTo>
                    <a:pt x="1333500" y="1778000"/>
                    <a:pt x="1714500" y="1841500"/>
                    <a:pt x="1917700" y="2146300"/>
                  </a:cubicBezTo>
                  <a:cubicBezTo>
                    <a:pt x="1955800" y="2197100"/>
                    <a:pt x="2209800" y="2565400"/>
                    <a:pt x="1993900" y="3111500"/>
                  </a:cubicBezTo>
                  <a:cubicBezTo>
                    <a:pt x="1968500" y="3175000"/>
                    <a:pt x="1854200" y="3543300"/>
                    <a:pt x="1282700" y="3708400"/>
                  </a:cubicBezTo>
                  <a:cubicBezTo>
                    <a:pt x="1219200" y="3733800"/>
                    <a:pt x="774700" y="3822700"/>
                    <a:pt x="482600" y="3619500"/>
                  </a:cubicBezTo>
                  <a:cubicBezTo>
                    <a:pt x="381000" y="3543300"/>
                    <a:pt x="0" y="3289300"/>
                    <a:pt x="127000" y="2743200"/>
                  </a:cubicBezTo>
                  <a:cubicBezTo>
                    <a:pt x="165100" y="2679700"/>
                    <a:pt x="241300" y="2527300"/>
                    <a:pt x="469900" y="2552700"/>
                  </a:cubicBezTo>
                  <a:cubicBezTo>
                    <a:pt x="533400" y="2565400"/>
                    <a:pt x="660400" y="2578100"/>
                    <a:pt x="723900" y="2794000"/>
                  </a:cubicBezTo>
                  <a:cubicBezTo>
                    <a:pt x="736600" y="2882900"/>
                    <a:pt x="736600" y="2933700"/>
                    <a:pt x="698500" y="3175000"/>
                  </a:cubicBezTo>
                  <a:cubicBezTo>
                    <a:pt x="698500" y="3238500"/>
                    <a:pt x="660400" y="3416300"/>
                    <a:pt x="914400" y="3454400"/>
                  </a:cubicBezTo>
                  <a:cubicBezTo>
                    <a:pt x="977900" y="3441700"/>
                    <a:pt x="1193800" y="3467100"/>
                    <a:pt x="1193800" y="2959100"/>
                  </a:cubicBezTo>
                  <a:cubicBezTo>
                    <a:pt x="1193800" y="2857500"/>
                    <a:pt x="1168400" y="2311400"/>
                    <a:pt x="1168400" y="2311400"/>
                  </a:cubicBezTo>
                  <a:cubicBezTo>
                    <a:pt x="1168400" y="2311400"/>
                    <a:pt x="1143000" y="2120900"/>
                    <a:pt x="1092200" y="2070100"/>
                  </a:cubicBezTo>
                  <a:cubicBezTo>
                    <a:pt x="1041400" y="2019300"/>
                    <a:pt x="1016000" y="1905000"/>
                    <a:pt x="584200" y="1905000"/>
                  </a:cubicBezTo>
                  <a:cubicBezTo>
                    <a:pt x="533400" y="1905000"/>
                    <a:pt x="469900" y="1930400"/>
                    <a:pt x="482600" y="1727200"/>
                  </a:cubicBezTo>
                  <a:cubicBezTo>
                    <a:pt x="495300" y="1663700"/>
                    <a:pt x="495300" y="1612900"/>
                    <a:pt x="609600" y="1612900"/>
                  </a:cubicBezTo>
                  <a:close/>
                </a:path>
              </a:pathLst>
            </a:cu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/>
              <a:endParaRPr lang="zh-CN" altLang="en-US">
                <a:solidFill>
                  <a:schemeClr val="lt1"/>
                </a:solidFill>
              </a:endParaRPr>
            </a:p>
          </p:txBody>
        </p:sp>
      </p:grpSp>
      <p:sp>
        <p:nvSpPr>
          <p:cNvPr id="16" name="文本框 15"/>
          <p:cNvSpPr txBox="1"/>
          <p:nvPr>
            <p:custDataLst>
              <p:tags r:id="rId14"/>
            </p:custDataLst>
          </p:nvPr>
        </p:nvSpPr>
        <p:spPr>
          <a:xfrm>
            <a:off x="1295400" y="2011680"/>
            <a:ext cx="7162800" cy="1796415"/>
          </a:xfrm>
          <a:prstGeom prst="rect">
            <a:avLst/>
          </a:prstGeom>
          <a:noFill/>
        </p:spPr>
        <p:txBody>
          <a:bodyPr wrap="square" lIns="101600" tIns="0" rIns="82550" bIns="0" rtlCol="0" anchor="t" anchorCtr="0">
            <a:spAutoFit/>
          </a:bodyPr>
          <a:lstStyle>
            <a:defPPr>
              <a:defRPr lang="zh-CN"/>
            </a:defPPr>
            <a:lvl1pPr fontAlgn="auto">
              <a:lnSpc>
                <a:spcPct val="130000"/>
              </a:lnSpc>
              <a:spcAft>
                <a:spcPts val="1000"/>
              </a:spcAft>
              <a:defRPr sz="1600" spc="150"/>
            </a:lvl1pPr>
          </a:lstStyle>
          <a:p>
            <a:pPr marL="0" lvl="0" indent="0" algn="l" defTabSz="914400" fontAlgn="ctr">
              <a:lnSpc>
                <a:spcPct val="130000"/>
              </a:lnSpc>
              <a:spcBef>
                <a:spcPts val="2565"/>
              </a:spcBef>
              <a:spcAft>
                <a:spcPts val="0"/>
              </a:spcAft>
              <a:buSzPct val="100000"/>
              <a:buNone/>
            </a:pPr>
            <a:r>
              <a:rPr lang="zh-CN" altLang="en-US" sz="1900" spc="30" dirty="0">
                <a:ln w="3175">
                  <a:noFill/>
                  <a:prstDash val="dash"/>
                </a:ln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图片规范化：统一分组与命名，发品更顺畅</a:t>
            </a:r>
            <a:endParaRPr lang="zh-CN" altLang="en-US" sz="1900" spc="30" dirty="0">
              <a:ln w="3175">
                <a:noFill/>
                <a:prstDash val="dash"/>
              </a:ln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0" lvl="0" indent="0" algn="l" defTabSz="914400" fontAlgn="ctr">
              <a:lnSpc>
                <a:spcPct val="130000"/>
              </a:lnSpc>
              <a:spcBef>
                <a:spcPts val="2565"/>
              </a:spcBef>
              <a:spcAft>
                <a:spcPts val="0"/>
              </a:spcAft>
              <a:buSzPct val="100000"/>
              <a:buNone/>
            </a:pPr>
            <a:r>
              <a:rPr lang="zh-CN" altLang="en-US" sz="1900" spc="30" dirty="0">
                <a:ln w="3175">
                  <a:noFill/>
                  <a:prstDash val="dash"/>
                </a:ln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AI 生图：根据配置批量生成主图、场景图（按需使用）</a:t>
            </a:r>
            <a:endParaRPr lang="zh-CN" altLang="en-US" sz="1900" spc="30" dirty="0">
              <a:ln w="3175">
                <a:noFill/>
                <a:prstDash val="dash"/>
              </a:ln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0" lvl="0" indent="0" algn="l" defTabSz="914400" fontAlgn="ctr">
              <a:lnSpc>
                <a:spcPct val="130000"/>
              </a:lnSpc>
              <a:spcBef>
                <a:spcPts val="2565"/>
              </a:spcBef>
              <a:spcAft>
                <a:spcPts val="0"/>
              </a:spcAft>
              <a:buSzPct val="100000"/>
              <a:buNone/>
            </a:pPr>
            <a:r>
              <a:rPr lang="zh-CN" altLang="en-US" sz="1900" spc="30" dirty="0">
                <a:ln w="3175">
                  <a:noFill/>
                  <a:prstDash val="dash"/>
                </a:ln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店铺图片采集：整理已有素材，方便复用</a:t>
            </a:r>
            <a:endParaRPr lang="zh-CN" altLang="en-US" sz="1900" spc="30" dirty="0">
              <a:ln w="3175">
                <a:noFill/>
                <a:prstDash val="dash"/>
              </a:ln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  <p:custDataLst>
      <p:tags r:id="rId15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8" name="组合 7"/>
          <p:cNvGrpSpPr/>
          <p:nvPr userDrawn="1">
            <p:custDataLst>
              <p:tags r:id="rId1"/>
            </p:custDataLst>
          </p:nvPr>
        </p:nvGrpSpPr>
        <p:grpSpPr>
          <a:xfrm>
            <a:off x="3001198" y="6045200"/>
            <a:ext cx="6142802" cy="812800"/>
            <a:chOff x="4001597" y="5613400"/>
            <a:chExt cx="8190403" cy="1244600"/>
          </a:xfrm>
        </p:grpSpPr>
        <p:sp>
          <p:nvSpPr>
            <p:cNvPr id="9" name="任意多边形: 形状 8"/>
            <p:cNvSpPr/>
            <p:nvPr>
              <p:custDataLst>
                <p:tags r:id="rId2"/>
              </p:custDataLst>
            </p:nvPr>
          </p:nvSpPr>
          <p:spPr>
            <a:xfrm>
              <a:off x="4001597" y="5613400"/>
              <a:ext cx="8190402" cy="1244600"/>
            </a:xfrm>
            <a:custGeom>
              <a:avLst/>
              <a:gdLst>
                <a:gd name="connsiteX0" fmla="*/ 8190402 w 8190402"/>
                <a:gd name="connsiteY0" fmla="*/ 0 h 1244600"/>
                <a:gd name="connsiteX1" fmla="*/ 8190402 w 8190402"/>
                <a:gd name="connsiteY1" fmla="*/ 1155849 h 1244600"/>
                <a:gd name="connsiteX2" fmla="*/ 4203232 w 8190402"/>
                <a:gd name="connsiteY2" fmla="*/ 1244600 h 1244600"/>
                <a:gd name="connsiteX3" fmla="*/ 0 w 8190402"/>
                <a:gd name="connsiteY3" fmla="*/ 1244600 h 1244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190402" h="1244600">
                  <a:moveTo>
                    <a:pt x="8190402" y="0"/>
                  </a:moveTo>
                  <a:lnTo>
                    <a:pt x="8190402" y="1155849"/>
                  </a:lnTo>
                  <a:lnTo>
                    <a:pt x="4203232" y="1244600"/>
                  </a:lnTo>
                  <a:lnTo>
                    <a:pt x="0" y="1244600"/>
                  </a:ln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 defTabSz="914400"/>
              <a:endParaRPr lang="zh-CN" altLang="en-US" sz="135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0" name="等腰三角形 9"/>
            <p:cNvSpPr/>
            <p:nvPr>
              <p:custDataLst>
                <p:tags r:id="rId3"/>
              </p:custDataLst>
            </p:nvPr>
          </p:nvSpPr>
          <p:spPr>
            <a:xfrm>
              <a:off x="5816600" y="5949254"/>
              <a:ext cx="6375400" cy="908746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 defTabSz="914400"/>
              <a:endParaRPr lang="zh-CN" altLang="en-US" sz="135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2" name="Rectangle 1"/>
          <p:cNvSpPr/>
          <p:nvPr>
            <p:custDataLst>
              <p:tags r:id="rId4"/>
            </p:custDataLst>
          </p:nvPr>
        </p:nvSpPr>
        <p:spPr>
          <a:xfrm>
            <a:off x="0" y="0"/>
            <a:ext cx="9144000" cy="914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457200">
              <a:defRPr sz="2600" b="1">
                <a:solidFill>
                  <a:srgbClr val="FFFFFF"/>
                </a:solidFill>
              </a:defRPr>
            </a:pPr>
            <a:r>
              <a:rPr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适合怎样的店铺？</a:t>
            </a:r>
            <a:endParaRPr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Rectangle 2"/>
          <p:cNvSpPr/>
          <p:nvPr>
            <p:custDataLst>
              <p:tags r:id="rId5"/>
            </p:custDataLst>
          </p:nvPr>
        </p:nvSpPr>
        <p:spPr>
          <a:xfrm>
            <a:off x="502920" y="1691640"/>
            <a:ext cx="3977639" cy="1691640"/>
          </a:xfrm>
          <a:prstGeom prst="rect">
            <a:avLst/>
          </a:prstGeom>
          <a:solidFill>
            <a:schemeClr val="accent1"/>
          </a:solidFill>
          <a:ln>
            <a:solidFill>
              <a:srgbClr val="D8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28016" rtlCol="0" anchor="ctr"/>
          <a:lstStyle/>
          <a:p>
            <a:pPr algn="ctr" defTabSz="457200">
              <a:defRPr sz="1800" b="1">
                <a:solidFill>
                  <a:srgbClr val="0F4C81"/>
                </a:solidFill>
              </a:defRPr>
            </a:pPr>
            <a:r>
              <a:rPr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SKU 较多</a:t>
            </a:r>
            <a:endParaRPr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defTabSz="457200">
              <a:spcBef>
                <a:spcPts val="800"/>
              </a:spcBef>
              <a:defRPr sz="1200">
                <a:solidFill>
                  <a:srgbClr val="222A35"/>
                </a:solidFill>
              </a:defRPr>
            </a:pPr>
            <a:r>
              <a:rPr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需要稳定、高频上新的铺货型店铺</a:t>
            </a:r>
            <a:endParaRPr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>
            <p:custDataLst>
              <p:tags r:id="rId6"/>
            </p:custDataLst>
          </p:nvPr>
        </p:nvSpPr>
        <p:spPr>
          <a:xfrm>
            <a:off x="4709160" y="1691640"/>
            <a:ext cx="3977639" cy="1691640"/>
          </a:xfrm>
          <a:prstGeom prst="rect">
            <a:avLst/>
          </a:prstGeom>
          <a:solidFill>
            <a:schemeClr val="accent1"/>
          </a:solidFill>
          <a:ln>
            <a:solidFill>
              <a:srgbClr val="D8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28016" rtlCol="0" anchor="ctr"/>
          <a:lstStyle/>
          <a:p>
            <a:pPr algn="ctr" defTabSz="457200">
              <a:defRPr sz="1800" b="1">
                <a:solidFill>
                  <a:srgbClr val="0F4C81"/>
                </a:solidFill>
              </a:defRPr>
            </a:pPr>
            <a:r>
              <a:rPr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重视数据</a:t>
            </a:r>
            <a:endParaRPr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defTabSz="457200">
              <a:spcBef>
                <a:spcPts val="800"/>
              </a:spcBef>
              <a:defRPr sz="1200">
                <a:solidFill>
                  <a:srgbClr val="222A35"/>
                </a:solidFill>
              </a:defRPr>
            </a:pPr>
            <a:r>
              <a:rPr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希望用数据指导推广与优化决策</a:t>
            </a:r>
            <a:endParaRPr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Rectangle 4"/>
          <p:cNvSpPr/>
          <p:nvPr>
            <p:custDataLst>
              <p:tags r:id="rId7"/>
            </p:custDataLst>
          </p:nvPr>
        </p:nvSpPr>
        <p:spPr>
          <a:xfrm>
            <a:off x="502920" y="3566160"/>
            <a:ext cx="3977639" cy="1691640"/>
          </a:xfrm>
          <a:prstGeom prst="rect">
            <a:avLst/>
          </a:prstGeom>
          <a:solidFill>
            <a:schemeClr val="accent1"/>
          </a:solidFill>
          <a:ln>
            <a:solidFill>
              <a:srgbClr val="D8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28016" rtlCol="0" anchor="ctr"/>
          <a:lstStyle/>
          <a:p>
            <a:pPr algn="ctr" defTabSz="457200">
              <a:defRPr sz="1800" b="1">
                <a:solidFill>
                  <a:srgbClr val="0F4C81"/>
                </a:solidFill>
              </a:defRPr>
            </a:pPr>
            <a:r>
              <a:rPr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团队精干</a:t>
            </a:r>
            <a:endParaRPr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defTabSz="457200">
              <a:spcBef>
                <a:spcPts val="800"/>
              </a:spcBef>
              <a:defRPr sz="1200">
                <a:solidFill>
                  <a:srgbClr val="222A35"/>
                </a:solidFill>
              </a:defRPr>
            </a:pPr>
            <a:r>
              <a:rPr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希望减少重复岗位、提升人效</a:t>
            </a:r>
            <a:endParaRPr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Rectangle 5"/>
          <p:cNvSpPr/>
          <p:nvPr>
            <p:custDataLst>
              <p:tags r:id="rId8"/>
            </p:custDataLst>
          </p:nvPr>
        </p:nvSpPr>
        <p:spPr>
          <a:xfrm>
            <a:off x="4709160" y="3566160"/>
            <a:ext cx="3977639" cy="1691640"/>
          </a:xfrm>
          <a:prstGeom prst="rect">
            <a:avLst/>
          </a:prstGeom>
          <a:solidFill>
            <a:schemeClr val="accent1"/>
          </a:solidFill>
          <a:ln>
            <a:solidFill>
              <a:srgbClr val="D8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28016" rtlCol="0" anchor="ctr"/>
          <a:lstStyle/>
          <a:p>
            <a:pPr algn="ctr" defTabSz="457200">
              <a:defRPr sz="1800" b="1">
                <a:solidFill>
                  <a:srgbClr val="0F4C81"/>
                </a:solidFill>
              </a:defRPr>
            </a:pPr>
            <a:r>
              <a:rPr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多店运营</a:t>
            </a:r>
            <a:endParaRPr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defTabSz="457200">
              <a:spcBef>
                <a:spcPts val="800"/>
              </a:spcBef>
              <a:defRPr sz="1200">
                <a:solidFill>
                  <a:srgbClr val="222A35"/>
                </a:solidFill>
              </a:defRPr>
            </a:pPr>
            <a:r>
              <a:rPr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需要标准化流程、可复制配置</a:t>
            </a:r>
            <a:endParaRPr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custDataLst>
      <p:tags r:id="rId9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8" name="组合 7"/>
          <p:cNvGrpSpPr/>
          <p:nvPr userDrawn="1">
            <p:custDataLst>
              <p:tags r:id="rId1"/>
            </p:custDataLst>
          </p:nvPr>
        </p:nvGrpSpPr>
        <p:grpSpPr>
          <a:xfrm>
            <a:off x="3001198" y="6045200"/>
            <a:ext cx="6142802" cy="812800"/>
            <a:chOff x="4001597" y="5613400"/>
            <a:chExt cx="8190403" cy="1244600"/>
          </a:xfrm>
        </p:grpSpPr>
        <p:sp>
          <p:nvSpPr>
            <p:cNvPr id="9" name="任意多边形: 形状 8"/>
            <p:cNvSpPr/>
            <p:nvPr>
              <p:custDataLst>
                <p:tags r:id="rId2"/>
              </p:custDataLst>
            </p:nvPr>
          </p:nvSpPr>
          <p:spPr>
            <a:xfrm>
              <a:off x="4001597" y="5613400"/>
              <a:ext cx="8190402" cy="1244600"/>
            </a:xfrm>
            <a:custGeom>
              <a:avLst/>
              <a:gdLst>
                <a:gd name="connsiteX0" fmla="*/ 8190402 w 8190402"/>
                <a:gd name="connsiteY0" fmla="*/ 0 h 1244600"/>
                <a:gd name="connsiteX1" fmla="*/ 8190402 w 8190402"/>
                <a:gd name="connsiteY1" fmla="*/ 1155849 h 1244600"/>
                <a:gd name="connsiteX2" fmla="*/ 4203232 w 8190402"/>
                <a:gd name="connsiteY2" fmla="*/ 1244600 h 1244600"/>
                <a:gd name="connsiteX3" fmla="*/ 0 w 8190402"/>
                <a:gd name="connsiteY3" fmla="*/ 1244600 h 1244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190402" h="1244600">
                  <a:moveTo>
                    <a:pt x="8190402" y="0"/>
                  </a:moveTo>
                  <a:lnTo>
                    <a:pt x="8190402" y="1155849"/>
                  </a:lnTo>
                  <a:lnTo>
                    <a:pt x="4203232" y="1244600"/>
                  </a:lnTo>
                  <a:lnTo>
                    <a:pt x="0" y="1244600"/>
                  </a:ln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 defTabSz="914400"/>
              <a:endParaRPr lang="zh-CN" altLang="en-US" sz="135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0" name="等腰三角形 9"/>
            <p:cNvSpPr/>
            <p:nvPr>
              <p:custDataLst>
                <p:tags r:id="rId3"/>
              </p:custDataLst>
            </p:nvPr>
          </p:nvSpPr>
          <p:spPr>
            <a:xfrm>
              <a:off x="5816600" y="5949254"/>
              <a:ext cx="6375400" cy="908746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 defTabSz="914400"/>
              <a:endParaRPr lang="zh-CN" altLang="en-US" sz="135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2" name="Rectangle 1"/>
          <p:cNvSpPr/>
          <p:nvPr>
            <p:custDataLst>
              <p:tags r:id="rId4"/>
            </p:custDataLst>
          </p:nvPr>
        </p:nvSpPr>
        <p:spPr>
          <a:xfrm>
            <a:off x="0" y="0"/>
            <a:ext cx="9144000" cy="914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457200">
              <a:defRPr sz="2600" b="1">
                <a:solidFill>
                  <a:srgbClr val="FFFFFF"/>
                </a:solidFill>
              </a:defRPr>
            </a:pPr>
            <a:r>
              <a:rPr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数据与使用安全</a:t>
            </a:r>
            <a:endParaRPr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94360" y="987552"/>
            <a:ext cx="2494280" cy="2914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defTabSz="457200">
              <a:defRPr sz="1300">
                <a:solidFill>
                  <a:srgbClr val="6B7A8C"/>
                </a:solidFill>
              </a:defRPr>
            </a:pPr>
            <a:r>
              <a:rPr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我们理解您对账号与数据的关注</a:t>
            </a:r>
            <a:endParaRPr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6" name="组合 5"/>
          <p:cNvGrpSpPr>
            <a:grpSpLocks noChangeAspect="1"/>
          </p:cNvGrpSpPr>
          <p:nvPr>
            <p:custDataLst>
              <p:tags r:id="rId5"/>
            </p:custDataLst>
          </p:nvPr>
        </p:nvGrpSpPr>
        <p:grpSpPr>
          <a:xfrm>
            <a:off x="769032" y="1651000"/>
            <a:ext cx="189135" cy="355600"/>
            <a:chOff x="1283913" y="1155618"/>
            <a:chExt cx="1013226" cy="1905000"/>
          </a:xfrm>
        </p:grpSpPr>
        <p:sp>
          <p:nvSpPr>
            <p:cNvPr id="7" name="任意多边形: 形状 3"/>
            <p:cNvSpPr/>
            <p:nvPr>
              <p:custDataLst>
                <p:tags r:id="rId6"/>
              </p:custDataLst>
            </p:nvPr>
          </p:nvSpPr>
          <p:spPr>
            <a:xfrm>
              <a:off x="1283913" y="1226700"/>
              <a:ext cx="1013226" cy="1833918"/>
            </a:xfrm>
            <a:custGeom>
              <a:avLst/>
              <a:gdLst/>
              <a:ahLst/>
              <a:cxnLst/>
              <a:rect l="0" t="0" r="0" b="0"/>
              <a:pathLst>
                <a:path w="2000378" h="3620645">
                  <a:moveTo>
                    <a:pt x="181229" y="3355341"/>
                  </a:moveTo>
                  <a:lnTo>
                    <a:pt x="232156" y="3371851"/>
                  </a:lnTo>
                  <a:lnTo>
                    <a:pt x="1120521" y="3613786"/>
                  </a:lnTo>
                  <a:cubicBezTo>
                    <a:pt x="1120521" y="3613786"/>
                    <a:pt x="1145032" y="3620644"/>
                    <a:pt x="1176274" y="3602991"/>
                  </a:cubicBezTo>
                  <a:cubicBezTo>
                    <a:pt x="1191895" y="3594228"/>
                    <a:pt x="1195324" y="3581909"/>
                    <a:pt x="1219327" y="3496311"/>
                  </a:cubicBezTo>
                  <a:cubicBezTo>
                    <a:pt x="1243330" y="3410713"/>
                    <a:pt x="1244727" y="3358389"/>
                    <a:pt x="1178179" y="3313304"/>
                  </a:cubicBezTo>
                  <a:cubicBezTo>
                    <a:pt x="1148334" y="3278633"/>
                    <a:pt x="1118489" y="3243835"/>
                    <a:pt x="1135634" y="3182748"/>
                  </a:cubicBezTo>
                  <a:lnTo>
                    <a:pt x="1319403" y="2502281"/>
                  </a:lnTo>
                  <a:lnTo>
                    <a:pt x="1637665" y="1364869"/>
                  </a:lnTo>
                  <a:lnTo>
                    <a:pt x="2000377" y="68453"/>
                  </a:lnTo>
                  <a:lnTo>
                    <a:pt x="1829181" y="20574"/>
                  </a:lnTo>
                  <a:lnTo>
                    <a:pt x="1780286" y="6858"/>
                  </a:lnTo>
                  <a:cubicBezTo>
                    <a:pt x="1780286" y="6858"/>
                    <a:pt x="1755775" y="0"/>
                    <a:pt x="1724533" y="17653"/>
                  </a:cubicBezTo>
                  <a:cubicBezTo>
                    <a:pt x="1693291" y="35306"/>
                    <a:pt x="1476121" y="198755"/>
                    <a:pt x="1476121" y="198755"/>
                  </a:cubicBezTo>
                  <a:cubicBezTo>
                    <a:pt x="1476121" y="198755"/>
                    <a:pt x="1144016" y="395987"/>
                    <a:pt x="1060323" y="412115"/>
                  </a:cubicBezTo>
                  <a:cubicBezTo>
                    <a:pt x="957580" y="449326"/>
                    <a:pt x="851408" y="498730"/>
                    <a:pt x="691007" y="506603"/>
                  </a:cubicBezTo>
                  <a:cubicBezTo>
                    <a:pt x="631825" y="529590"/>
                    <a:pt x="607314" y="522733"/>
                    <a:pt x="576580" y="632841"/>
                  </a:cubicBezTo>
                  <a:cubicBezTo>
                    <a:pt x="545846" y="742950"/>
                    <a:pt x="561467" y="734060"/>
                    <a:pt x="561467" y="734060"/>
                  </a:cubicBezTo>
                  <a:cubicBezTo>
                    <a:pt x="561467" y="734060"/>
                    <a:pt x="544322" y="795275"/>
                    <a:pt x="713613" y="803021"/>
                  </a:cubicBezTo>
                  <a:cubicBezTo>
                    <a:pt x="882904" y="810768"/>
                    <a:pt x="963041" y="806831"/>
                    <a:pt x="963041" y="806831"/>
                  </a:cubicBezTo>
                  <a:lnTo>
                    <a:pt x="644779" y="1944243"/>
                  </a:lnTo>
                  <a:lnTo>
                    <a:pt x="415544" y="2763647"/>
                  </a:lnTo>
                  <a:lnTo>
                    <a:pt x="364236" y="2947162"/>
                  </a:lnTo>
                  <a:cubicBezTo>
                    <a:pt x="364236" y="2947162"/>
                    <a:pt x="361315" y="3051810"/>
                    <a:pt x="127508" y="3039237"/>
                  </a:cubicBezTo>
                  <a:cubicBezTo>
                    <a:pt x="99568" y="3044572"/>
                    <a:pt x="92837" y="3069083"/>
                    <a:pt x="79121" y="3117978"/>
                  </a:cubicBezTo>
                  <a:cubicBezTo>
                    <a:pt x="65405" y="3166873"/>
                    <a:pt x="44958" y="3240279"/>
                    <a:pt x="44958" y="3240279"/>
                  </a:cubicBezTo>
                  <a:cubicBezTo>
                    <a:pt x="44958" y="3240279"/>
                    <a:pt x="0" y="3306827"/>
                    <a:pt x="109982" y="3337561"/>
                  </a:cubicBezTo>
                  <a:cubicBezTo>
                    <a:pt x="158750" y="3351277"/>
                    <a:pt x="173101" y="3354198"/>
                    <a:pt x="181229" y="3355341"/>
                  </a:cubicBezTo>
                  <a:close/>
                </a:path>
              </a:pathLst>
            </a:custGeom>
            <a:solidFill>
              <a:schemeClr val="lt1">
                <a:lumMod val="85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/>
              <a:endParaRPr lang="zh-CN" altLang="en-US">
                <a:solidFill>
                  <a:schemeClr val="lt1"/>
                </a:solidFill>
              </a:endParaRPr>
            </a:p>
          </p:txBody>
        </p:sp>
        <p:sp>
          <p:nvSpPr>
            <p:cNvPr id="11" name="任意多边形: 形状 4"/>
            <p:cNvSpPr/>
            <p:nvPr>
              <p:custDataLst>
                <p:tags r:id="rId7"/>
              </p:custDataLst>
            </p:nvPr>
          </p:nvSpPr>
          <p:spPr>
            <a:xfrm>
              <a:off x="1356217" y="1155618"/>
              <a:ext cx="704389" cy="1852637"/>
            </a:xfrm>
            <a:custGeom>
              <a:avLst/>
              <a:gdLst/>
              <a:ahLst/>
              <a:cxnLst/>
              <a:rect l="0" t="0" r="0" b="0"/>
              <a:pathLst>
                <a:path w="1390651" h="3657601">
                  <a:moveTo>
                    <a:pt x="352933" y="3655441"/>
                  </a:moveTo>
                  <a:lnTo>
                    <a:pt x="406400" y="3657600"/>
                  </a:lnTo>
                  <a:lnTo>
                    <a:pt x="1327150" y="3651250"/>
                  </a:lnTo>
                  <a:cubicBezTo>
                    <a:pt x="1327150" y="3651250"/>
                    <a:pt x="1352550" y="3651250"/>
                    <a:pt x="1377950" y="3625850"/>
                  </a:cubicBezTo>
                  <a:cubicBezTo>
                    <a:pt x="1390650" y="3613150"/>
                    <a:pt x="1390650" y="3600450"/>
                    <a:pt x="1390650" y="3511550"/>
                  </a:cubicBezTo>
                  <a:cubicBezTo>
                    <a:pt x="1390650" y="3422650"/>
                    <a:pt x="1377950" y="3371850"/>
                    <a:pt x="1301750" y="3346450"/>
                  </a:cubicBezTo>
                  <a:cubicBezTo>
                    <a:pt x="1263650" y="3321050"/>
                    <a:pt x="1225550" y="3295650"/>
                    <a:pt x="1225550" y="3232150"/>
                  </a:cubicBezTo>
                  <a:lnTo>
                    <a:pt x="1219200" y="2527300"/>
                  </a:lnTo>
                  <a:lnTo>
                    <a:pt x="1219200" y="1346200"/>
                  </a:lnTo>
                  <a:lnTo>
                    <a:pt x="1219200" y="0"/>
                  </a:lnTo>
                  <a:lnTo>
                    <a:pt x="1041400" y="0"/>
                  </a:lnTo>
                  <a:lnTo>
                    <a:pt x="990600" y="0"/>
                  </a:lnTo>
                  <a:cubicBezTo>
                    <a:pt x="990600" y="0"/>
                    <a:pt x="965200" y="0"/>
                    <a:pt x="939800" y="25400"/>
                  </a:cubicBezTo>
                  <a:cubicBezTo>
                    <a:pt x="914400" y="50800"/>
                    <a:pt x="749300" y="266700"/>
                    <a:pt x="749300" y="266700"/>
                  </a:cubicBezTo>
                  <a:cubicBezTo>
                    <a:pt x="749300" y="266700"/>
                    <a:pt x="482600" y="546100"/>
                    <a:pt x="406400" y="584200"/>
                  </a:cubicBezTo>
                  <a:cubicBezTo>
                    <a:pt x="317500" y="647700"/>
                    <a:pt x="228600" y="723900"/>
                    <a:pt x="76200" y="774700"/>
                  </a:cubicBezTo>
                  <a:cubicBezTo>
                    <a:pt x="25400" y="812800"/>
                    <a:pt x="0" y="812800"/>
                    <a:pt x="0" y="927100"/>
                  </a:cubicBezTo>
                  <a:cubicBezTo>
                    <a:pt x="0" y="1041400"/>
                    <a:pt x="12700" y="1028700"/>
                    <a:pt x="12700" y="1028700"/>
                  </a:cubicBezTo>
                  <a:cubicBezTo>
                    <a:pt x="12700" y="1028700"/>
                    <a:pt x="12700" y="1092200"/>
                    <a:pt x="177800" y="1054100"/>
                  </a:cubicBezTo>
                  <a:cubicBezTo>
                    <a:pt x="342903" y="1016013"/>
                    <a:pt x="419100" y="990600"/>
                    <a:pt x="419100" y="990600"/>
                  </a:cubicBezTo>
                  <a:lnTo>
                    <a:pt x="419100" y="2171700"/>
                  </a:lnTo>
                  <a:lnTo>
                    <a:pt x="419100" y="3022600"/>
                  </a:lnTo>
                  <a:lnTo>
                    <a:pt x="419100" y="3213100"/>
                  </a:lnTo>
                  <a:cubicBezTo>
                    <a:pt x="419100" y="3213100"/>
                    <a:pt x="444500" y="3314700"/>
                    <a:pt x="215900" y="3365500"/>
                  </a:cubicBezTo>
                  <a:cubicBezTo>
                    <a:pt x="190500" y="3378200"/>
                    <a:pt x="190500" y="3403600"/>
                    <a:pt x="190500" y="3454400"/>
                  </a:cubicBezTo>
                  <a:cubicBezTo>
                    <a:pt x="190500" y="3505200"/>
                    <a:pt x="190500" y="3581400"/>
                    <a:pt x="190500" y="3581400"/>
                  </a:cubicBezTo>
                  <a:cubicBezTo>
                    <a:pt x="190500" y="3581400"/>
                    <a:pt x="165100" y="3657600"/>
                    <a:pt x="279400" y="3657600"/>
                  </a:cubicBezTo>
                  <a:cubicBezTo>
                    <a:pt x="330200" y="3657600"/>
                    <a:pt x="344678" y="3656584"/>
                    <a:pt x="352933" y="3655441"/>
                  </a:cubicBezTo>
                  <a:close/>
                </a:path>
              </a:pathLst>
            </a:cu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/>
              <a:endParaRPr lang="zh-CN" altLang="en-US">
                <a:solidFill>
                  <a:schemeClr val="lt1"/>
                </a:solidFill>
              </a:endParaRPr>
            </a:p>
          </p:txBody>
        </p:sp>
      </p:grpSp>
      <p:grpSp>
        <p:nvGrpSpPr>
          <p:cNvPr id="62" name="组合 61"/>
          <p:cNvGrpSpPr>
            <a:grpSpLocks noChangeAspect="1"/>
          </p:cNvGrpSpPr>
          <p:nvPr>
            <p:custDataLst>
              <p:tags r:id="rId8"/>
            </p:custDataLst>
          </p:nvPr>
        </p:nvGrpSpPr>
        <p:grpSpPr>
          <a:xfrm>
            <a:off x="735349" y="2305050"/>
            <a:ext cx="256502" cy="355600"/>
            <a:chOff x="3262468" y="1155618"/>
            <a:chExt cx="1374117" cy="1905000"/>
          </a:xfrm>
        </p:grpSpPr>
        <p:sp>
          <p:nvSpPr>
            <p:cNvPr id="12" name="任意多边形: 形状 6"/>
            <p:cNvSpPr/>
            <p:nvPr>
              <p:custDataLst>
                <p:tags r:id="rId9"/>
              </p:custDataLst>
            </p:nvPr>
          </p:nvSpPr>
          <p:spPr>
            <a:xfrm>
              <a:off x="3262468" y="1156762"/>
              <a:ext cx="1374117" cy="1903856"/>
            </a:xfrm>
            <a:custGeom>
              <a:avLst/>
              <a:gdLst/>
              <a:ahLst/>
              <a:cxnLst/>
              <a:rect l="0" t="0" r="0" b="0"/>
              <a:pathLst>
                <a:path w="2745487" h="3803905">
                  <a:moveTo>
                    <a:pt x="2261235" y="2882773"/>
                  </a:moveTo>
                  <a:lnTo>
                    <a:pt x="2089658" y="3270377"/>
                  </a:lnTo>
                  <a:lnTo>
                    <a:pt x="1880235" y="3700399"/>
                  </a:lnTo>
                  <a:lnTo>
                    <a:pt x="1835658" y="3767201"/>
                  </a:lnTo>
                  <a:cubicBezTo>
                    <a:pt x="1835658" y="3767201"/>
                    <a:pt x="1825625" y="3803904"/>
                    <a:pt x="1715389" y="3773932"/>
                  </a:cubicBezTo>
                  <a:cubicBezTo>
                    <a:pt x="1605153" y="3743833"/>
                    <a:pt x="1066038" y="3596894"/>
                    <a:pt x="1066038" y="3596894"/>
                  </a:cubicBezTo>
                  <a:lnTo>
                    <a:pt x="0" y="3306191"/>
                  </a:lnTo>
                  <a:lnTo>
                    <a:pt x="143637" y="2779268"/>
                  </a:lnTo>
                  <a:cubicBezTo>
                    <a:pt x="143637" y="2779268"/>
                    <a:pt x="172593" y="2721356"/>
                    <a:pt x="238252" y="2673477"/>
                  </a:cubicBezTo>
                  <a:cubicBezTo>
                    <a:pt x="303911" y="2625599"/>
                    <a:pt x="491109" y="2518664"/>
                    <a:pt x="491109" y="2518664"/>
                  </a:cubicBezTo>
                  <a:lnTo>
                    <a:pt x="731647" y="2360422"/>
                  </a:lnTo>
                  <a:lnTo>
                    <a:pt x="1094740" y="2090801"/>
                  </a:lnTo>
                  <a:cubicBezTo>
                    <a:pt x="1094740" y="2090801"/>
                    <a:pt x="1483487" y="1775587"/>
                    <a:pt x="1538097" y="1671955"/>
                  </a:cubicBezTo>
                  <a:cubicBezTo>
                    <a:pt x="1592706" y="1568323"/>
                    <a:pt x="1663954" y="1548257"/>
                    <a:pt x="1812036" y="1101598"/>
                  </a:cubicBezTo>
                  <a:cubicBezTo>
                    <a:pt x="1812036" y="1101598"/>
                    <a:pt x="1904492" y="810895"/>
                    <a:pt x="1913382" y="681609"/>
                  </a:cubicBezTo>
                  <a:cubicBezTo>
                    <a:pt x="1922272" y="552450"/>
                    <a:pt x="1929003" y="527939"/>
                    <a:pt x="1905635" y="468884"/>
                  </a:cubicBezTo>
                  <a:cubicBezTo>
                    <a:pt x="1882267" y="409830"/>
                    <a:pt x="1825371" y="328549"/>
                    <a:pt x="1711833" y="310770"/>
                  </a:cubicBezTo>
                  <a:cubicBezTo>
                    <a:pt x="1598168" y="292989"/>
                    <a:pt x="1591564" y="317500"/>
                    <a:pt x="1591564" y="317500"/>
                  </a:cubicBezTo>
                  <a:cubicBezTo>
                    <a:pt x="1591564" y="317500"/>
                    <a:pt x="1480185" y="339725"/>
                    <a:pt x="1454531" y="530225"/>
                  </a:cubicBezTo>
                  <a:cubicBezTo>
                    <a:pt x="1436751" y="643890"/>
                    <a:pt x="1408938" y="939039"/>
                    <a:pt x="1265174" y="1031495"/>
                  </a:cubicBezTo>
                  <a:cubicBezTo>
                    <a:pt x="1230630" y="1061593"/>
                    <a:pt x="1170559" y="1137286"/>
                    <a:pt x="1004570" y="1118362"/>
                  </a:cubicBezTo>
                  <a:cubicBezTo>
                    <a:pt x="967867" y="1108330"/>
                    <a:pt x="915416" y="1107186"/>
                    <a:pt x="851916" y="1050417"/>
                  </a:cubicBezTo>
                  <a:cubicBezTo>
                    <a:pt x="830707" y="1031494"/>
                    <a:pt x="703707" y="917829"/>
                    <a:pt x="752729" y="641604"/>
                  </a:cubicBezTo>
                  <a:cubicBezTo>
                    <a:pt x="766064" y="592582"/>
                    <a:pt x="830707" y="307467"/>
                    <a:pt x="1161542" y="108077"/>
                  </a:cubicBezTo>
                  <a:cubicBezTo>
                    <a:pt x="1192784" y="90297"/>
                    <a:pt x="1326388" y="34544"/>
                    <a:pt x="1409954" y="17780"/>
                  </a:cubicBezTo>
                  <a:cubicBezTo>
                    <a:pt x="1493519" y="1016"/>
                    <a:pt x="1730756" y="0"/>
                    <a:pt x="1865502" y="36703"/>
                  </a:cubicBezTo>
                  <a:cubicBezTo>
                    <a:pt x="1902206" y="46736"/>
                    <a:pt x="2040381" y="71247"/>
                    <a:pt x="2235326" y="177038"/>
                  </a:cubicBezTo>
                  <a:cubicBezTo>
                    <a:pt x="2268727" y="199263"/>
                    <a:pt x="2302129" y="221615"/>
                    <a:pt x="2302129" y="221615"/>
                  </a:cubicBezTo>
                  <a:cubicBezTo>
                    <a:pt x="2302129" y="221615"/>
                    <a:pt x="2453639" y="341884"/>
                    <a:pt x="2480310" y="388747"/>
                  </a:cubicBezTo>
                  <a:cubicBezTo>
                    <a:pt x="2489200" y="404368"/>
                    <a:pt x="2646299" y="552450"/>
                    <a:pt x="2686431" y="839852"/>
                  </a:cubicBezTo>
                  <a:cubicBezTo>
                    <a:pt x="2688717" y="879984"/>
                    <a:pt x="2745486" y="1106044"/>
                    <a:pt x="2615184" y="1439165"/>
                  </a:cubicBezTo>
                  <a:cubicBezTo>
                    <a:pt x="2608453" y="1463675"/>
                    <a:pt x="2536063" y="1680846"/>
                    <a:pt x="2272157" y="1924813"/>
                  </a:cubicBezTo>
                  <a:cubicBezTo>
                    <a:pt x="2206498" y="1972692"/>
                    <a:pt x="2049399" y="2114170"/>
                    <a:pt x="1695196" y="2254505"/>
                  </a:cubicBezTo>
                  <a:cubicBezTo>
                    <a:pt x="1561592" y="2310258"/>
                    <a:pt x="1082548" y="2521839"/>
                    <a:pt x="1082548" y="2521839"/>
                  </a:cubicBezTo>
                  <a:cubicBezTo>
                    <a:pt x="1082548" y="2521839"/>
                    <a:pt x="628142" y="2740152"/>
                    <a:pt x="605790" y="2773553"/>
                  </a:cubicBezTo>
                  <a:cubicBezTo>
                    <a:pt x="703834" y="2800224"/>
                    <a:pt x="1340993" y="2973959"/>
                    <a:pt x="1340993" y="2973959"/>
                  </a:cubicBezTo>
                  <a:lnTo>
                    <a:pt x="1684020" y="3067558"/>
                  </a:lnTo>
                  <a:cubicBezTo>
                    <a:pt x="1684020" y="3067558"/>
                    <a:pt x="1803146" y="3113278"/>
                    <a:pt x="1876679" y="2988437"/>
                  </a:cubicBezTo>
                  <a:cubicBezTo>
                    <a:pt x="1950212" y="2863723"/>
                    <a:pt x="1980311" y="2753360"/>
                    <a:pt x="2066036" y="2776855"/>
                  </a:cubicBezTo>
                  <a:cubicBezTo>
                    <a:pt x="2152015" y="2800350"/>
                    <a:pt x="2253361" y="2814828"/>
                    <a:pt x="2261235" y="2882773"/>
                  </a:cubicBezTo>
                  <a:close/>
                </a:path>
              </a:pathLst>
            </a:custGeom>
            <a:solidFill>
              <a:schemeClr val="lt1">
                <a:lumMod val="85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/>
              <a:endParaRPr lang="zh-CN" altLang="en-US">
                <a:solidFill>
                  <a:schemeClr val="lt1"/>
                </a:solidFill>
              </a:endParaRPr>
            </a:p>
          </p:txBody>
        </p:sp>
        <p:sp>
          <p:nvSpPr>
            <p:cNvPr id="13" name="任意多边形: 形状 7"/>
            <p:cNvSpPr/>
            <p:nvPr>
              <p:custDataLst>
                <p:tags r:id="rId10"/>
              </p:custDataLst>
            </p:nvPr>
          </p:nvSpPr>
          <p:spPr>
            <a:xfrm>
              <a:off x="3369890" y="1155618"/>
              <a:ext cx="1036086" cy="1830631"/>
            </a:xfrm>
            <a:custGeom>
              <a:avLst/>
              <a:gdLst/>
              <a:ahLst/>
              <a:cxnLst/>
              <a:rect l="0" t="0" r="0" b="0"/>
              <a:pathLst>
                <a:path w="2070101" h="3657601">
                  <a:moveTo>
                    <a:pt x="2070100" y="2654300"/>
                  </a:moveTo>
                  <a:lnTo>
                    <a:pt x="2006600" y="3073400"/>
                  </a:lnTo>
                  <a:lnTo>
                    <a:pt x="1917700" y="3543300"/>
                  </a:lnTo>
                  <a:lnTo>
                    <a:pt x="1892300" y="3619500"/>
                  </a:lnTo>
                  <a:cubicBezTo>
                    <a:pt x="1892300" y="3619500"/>
                    <a:pt x="1892300" y="3657600"/>
                    <a:pt x="1778000" y="3657600"/>
                  </a:cubicBezTo>
                  <a:cubicBezTo>
                    <a:pt x="1663700" y="3657600"/>
                    <a:pt x="1104900" y="3657600"/>
                    <a:pt x="1104900" y="3657600"/>
                  </a:cubicBezTo>
                  <a:lnTo>
                    <a:pt x="0" y="3657600"/>
                  </a:lnTo>
                  <a:lnTo>
                    <a:pt x="0" y="3111500"/>
                  </a:lnTo>
                  <a:cubicBezTo>
                    <a:pt x="0" y="3111500"/>
                    <a:pt x="12700" y="3048000"/>
                    <a:pt x="63500" y="2984500"/>
                  </a:cubicBezTo>
                  <a:cubicBezTo>
                    <a:pt x="114300" y="2921000"/>
                    <a:pt x="266700" y="2768600"/>
                    <a:pt x="266700" y="2768600"/>
                  </a:cubicBezTo>
                  <a:lnTo>
                    <a:pt x="457200" y="2552700"/>
                  </a:lnTo>
                  <a:lnTo>
                    <a:pt x="736600" y="2197100"/>
                  </a:lnTo>
                  <a:cubicBezTo>
                    <a:pt x="736600" y="2197100"/>
                    <a:pt x="1028700" y="1790700"/>
                    <a:pt x="1054100" y="1676400"/>
                  </a:cubicBezTo>
                  <a:cubicBezTo>
                    <a:pt x="1079502" y="1562101"/>
                    <a:pt x="1143000" y="1524000"/>
                    <a:pt x="1168400" y="1054100"/>
                  </a:cubicBezTo>
                  <a:cubicBezTo>
                    <a:pt x="1168400" y="1054100"/>
                    <a:pt x="1181100" y="749300"/>
                    <a:pt x="1155700" y="622300"/>
                  </a:cubicBezTo>
                  <a:cubicBezTo>
                    <a:pt x="1130300" y="495300"/>
                    <a:pt x="1130300" y="469900"/>
                    <a:pt x="1092200" y="419100"/>
                  </a:cubicBezTo>
                  <a:cubicBezTo>
                    <a:pt x="1054100" y="368300"/>
                    <a:pt x="977900" y="304800"/>
                    <a:pt x="863600" y="317500"/>
                  </a:cubicBezTo>
                  <a:cubicBezTo>
                    <a:pt x="749300" y="330200"/>
                    <a:pt x="749300" y="355600"/>
                    <a:pt x="749300" y="355600"/>
                  </a:cubicBezTo>
                  <a:cubicBezTo>
                    <a:pt x="749300" y="355600"/>
                    <a:pt x="647700" y="406400"/>
                    <a:pt x="673100" y="596900"/>
                  </a:cubicBezTo>
                  <a:cubicBezTo>
                    <a:pt x="685800" y="711200"/>
                    <a:pt x="736600" y="1003300"/>
                    <a:pt x="622300" y="1130300"/>
                  </a:cubicBezTo>
                  <a:cubicBezTo>
                    <a:pt x="596900" y="1168400"/>
                    <a:pt x="558800" y="1257300"/>
                    <a:pt x="393700" y="1282700"/>
                  </a:cubicBezTo>
                  <a:cubicBezTo>
                    <a:pt x="355600" y="1282700"/>
                    <a:pt x="304800" y="1295400"/>
                    <a:pt x="228600" y="1257300"/>
                  </a:cubicBezTo>
                  <a:cubicBezTo>
                    <a:pt x="203200" y="1244600"/>
                    <a:pt x="50800" y="1168400"/>
                    <a:pt x="25400" y="889000"/>
                  </a:cubicBezTo>
                  <a:cubicBezTo>
                    <a:pt x="25400" y="838200"/>
                    <a:pt x="12700" y="546100"/>
                    <a:pt x="279400" y="266700"/>
                  </a:cubicBezTo>
                  <a:cubicBezTo>
                    <a:pt x="304800" y="241300"/>
                    <a:pt x="419100" y="152400"/>
                    <a:pt x="495300" y="114300"/>
                  </a:cubicBezTo>
                  <a:cubicBezTo>
                    <a:pt x="571497" y="76193"/>
                    <a:pt x="800100" y="12700"/>
                    <a:pt x="939800" y="12700"/>
                  </a:cubicBezTo>
                  <a:cubicBezTo>
                    <a:pt x="977900" y="12700"/>
                    <a:pt x="1117600" y="0"/>
                    <a:pt x="1333500" y="50800"/>
                  </a:cubicBezTo>
                  <a:cubicBezTo>
                    <a:pt x="1371600" y="63500"/>
                    <a:pt x="1409700" y="76200"/>
                    <a:pt x="1409700" y="76200"/>
                  </a:cubicBezTo>
                  <a:cubicBezTo>
                    <a:pt x="1409700" y="76200"/>
                    <a:pt x="1587500" y="152400"/>
                    <a:pt x="1625600" y="190500"/>
                  </a:cubicBezTo>
                  <a:cubicBezTo>
                    <a:pt x="1638300" y="203200"/>
                    <a:pt x="1828800" y="304800"/>
                    <a:pt x="1943100" y="571500"/>
                  </a:cubicBezTo>
                  <a:cubicBezTo>
                    <a:pt x="1955800" y="609600"/>
                    <a:pt x="2070100" y="812800"/>
                    <a:pt x="2032000" y="1168400"/>
                  </a:cubicBezTo>
                  <a:cubicBezTo>
                    <a:pt x="2032000" y="1193800"/>
                    <a:pt x="2019300" y="1422400"/>
                    <a:pt x="1828800" y="1727200"/>
                  </a:cubicBezTo>
                  <a:cubicBezTo>
                    <a:pt x="1778000" y="1790700"/>
                    <a:pt x="1663700" y="1968500"/>
                    <a:pt x="1358900" y="2197100"/>
                  </a:cubicBezTo>
                  <a:cubicBezTo>
                    <a:pt x="1244600" y="2286000"/>
                    <a:pt x="838200" y="2616200"/>
                    <a:pt x="838200" y="2616200"/>
                  </a:cubicBezTo>
                  <a:cubicBezTo>
                    <a:pt x="838200" y="2616200"/>
                    <a:pt x="457200" y="2946400"/>
                    <a:pt x="444500" y="2984500"/>
                  </a:cubicBezTo>
                  <a:cubicBezTo>
                    <a:pt x="546100" y="2984500"/>
                    <a:pt x="1206500" y="2984500"/>
                    <a:pt x="1206500" y="2984500"/>
                  </a:cubicBezTo>
                  <a:lnTo>
                    <a:pt x="1562100" y="2984500"/>
                  </a:lnTo>
                  <a:cubicBezTo>
                    <a:pt x="1562100" y="2984500"/>
                    <a:pt x="1689100" y="2997200"/>
                    <a:pt x="1727200" y="2857500"/>
                  </a:cubicBezTo>
                  <a:cubicBezTo>
                    <a:pt x="1765312" y="2717803"/>
                    <a:pt x="1765300" y="2603500"/>
                    <a:pt x="1854200" y="2603500"/>
                  </a:cubicBezTo>
                  <a:cubicBezTo>
                    <a:pt x="1943100" y="2603500"/>
                    <a:pt x="2044700" y="2590800"/>
                    <a:pt x="2070100" y="2654300"/>
                  </a:cubicBezTo>
                  <a:close/>
                </a:path>
              </a:pathLst>
            </a:cu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/>
              <a:endParaRPr lang="zh-CN" altLang="en-US">
                <a:solidFill>
                  <a:schemeClr val="lt1"/>
                </a:solidFill>
              </a:endParaRPr>
            </a:p>
          </p:txBody>
        </p:sp>
      </p:grpSp>
      <p:grpSp>
        <p:nvGrpSpPr>
          <p:cNvPr id="63" name="组合 62"/>
          <p:cNvGrpSpPr>
            <a:grpSpLocks noChangeAspect="1"/>
          </p:cNvGrpSpPr>
          <p:nvPr>
            <p:custDataLst>
              <p:tags r:id="rId11"/>
            </p:custDataLst>
          </p:nvPr>
        </p:nvGrpSpPr>
        <p:grpSpPr>
          <a:xfrm>
            <a:off x="742673" y="2959100"/>
            <a:ext cx="241855" cy="355600"/>
            <a:chOff x="5460700" y="1155618"/>
            <a:chExt cx="1295653" cy="1905000"/>
          </a:xfrm>
        </p:grpSpPr>
        <p:sp>
          <p:nvSpPr>
            <p:cNvPr id="14" name="任意多边形: 形状 9"/>
            <p:cNvSpPr/>
            <p:nvPr>
              <p:custDataLst>
                <p:tags r:id="rId12"/>
              </p:custDataLst>
            </p:nvPr>
          </p:nvSpPr>
          <p:spPr>
            <a:xfrm>
              <a:off x="5460700" y="1189984"/>
              <a:ext cx="1295653" cy="1841774"/>
            </a:xfrm>
            <a:custGeom>
              <a:avLst/>
              <a:gdLst/>
              <a:ahLst/>
              <a:cxnLst/>
              <a:rect l="0" t="0" r="0" b="0"/>
              <a:pathLst>
                <a:path w="2599945" h="3695828">
                  <a:moveTo>
                    <a:pt x="1034034" y="1489202"/>
                  </a:moveTo>
                  <a:cubicBezTo>
                    <a:pt x="1034034" y="1489202"/>
                    <a:pt x="1296543" y="1588135"/>
                    <a:pt x="1430401" y="1532890"/>
                  </a:cubicBezTo>
                  <a:cubicBezTo>
                    <a:pt x="1520698" y="1491996"/>
                    <a:pt x="1624203" y="1546860"/>
                    <a:pt x="1794256" y="645160"/>
                  </a:cubicBezTo>
                  <a:cubicBezTo>
                    <a:pt x="1803654" y="516001"/>
                    <a:pt x="1828546" y="377952"/>
                    <a:pt x="1629283" y="336042"/>
                  </a:cubicBezTo>
                  <a:cubicBezTo>
                    <a:pt x="1576959" y="334772"/>
                    <a:pt x="1395349" y="324104"/>
                    <a:pt x="1392301" y="573659"/>
                  </a:cubicBezTo>
                  <a:cubicBezTo>
                    <a:pt x="1391031" y="625983"/>
                    <a:pt x="1394206" y="995807"/>
                    <a:pt x="1235964" y="1044321"/>
                  </a:cubicBezTo>
                  <a:cubicBezTo>
                    <a:pt x="1189101" y="1070864"/>
                    <a:pt x="996188" y="1149350"/>
                    <a:pt x="851789" y="1004062"/>
                  </a:cubicBezTo>
                  <a:cubicBezTo>
                    <a:pt x="821817" y="969391"/>
                    <a:pt x="683006" y="852043"/>
                    <a:pt x="812292" y="479298"/>
                  </a:cubicBezTo>
                  <a:cubicBezTo>
                    <a:pt x="841502" y="421513"/>
                    <a:pt x="916686" y="244602"/>
                    <a:pt x="1222375" y="91948"/>
                  </a:cubicBezTo>
                  <a:cubicBezTo>
                    <a:pt x="1265809" y="77597"/>
                    <a:pt x="1366393" y="0"/>
                    <a:pt x="1738249" y="36830"/>
                  </a:cubicBezTo>
                  <a:cubicBezTo>
                    <a:pt x="1762760" y="43561"/>
                    <a:pt x="2100072" y="110363"/>
                    <a:pt x="2286508" y="293751"/>
                  </a:cubicBezTo>
                  <a:cubicBezTo>
                    <a:pt x="2328672" y="331724"/>
                    <a:pt x="2455291" y="445770"/>
                    <a:pt x="2500376" y="616331"/>
                  </a:cubicBezTo>
                  <a:cubicBezTo>
                    <a:pt x="2514727" y="659765"/>
                    <a:pt x="2599944" y="828294"/>
                    <a:pt x="2565654" y="1095502"/>
                  </a:cubicBezTo>
                  <a:cubicBezTo>
                    <a:pt x="2552065" y="1144524"/>
                    <a:pt x="2543556" y="1366139"/>
                    <a:pt x="2344674" y="1561465"/>
                  </a:cubicBezTo>
                  <a:cubicBezTo>
                    <a:pt x="2310003" y="1591437"/>
                    <a:pt x="2195957" y="1718056"/>
                    <a:pt x="1969770" y="1774063"/>
                  </a:cubicBezTo>
                  <a:cubicBezTo>
                    <a:pt x="1914017" y="1784985"/>
                    <a:pt x="1706753" y="1820037"/>
                    <a:pt x="1645539" y="1803019"/>
                  </a:cubicBezTo>
                  <a:cubicBezTo>
                    <a:pt x="1687703" y="1840992"/>
                    <a:pt x="2038096" y="2003679"/>
                    <a:pt x="2152777" y="2351659"/>
                  </a:cubicBezTo>
                  <a:cubicBezTo>
                    <a:pt x="2176018" y="2410714"/>
                    <a:pt x="2322703" y="2833370"/>
                    <a:pt x="1969135" y="3302254"/>
                  </a:cubicBezTo>
                  <a:cubicBezTo>
                    <a:pt x="1927733" y="3356737"/>
                    <a:pt x="1719453" y="3681222"/>
                    <a:pt x="1124712" y="3688207"/>
                  </a:cubicBezTo>
                  <a:cubicBezTo>
                    <a:pt x="1056767" y="3695827"/>
                    <a:pt x="604647" y="3663061"/>
                    <a:pt x="377190" y="3389503"/>
                  </a:cubicBezTo>
                  <a:cubicBezTo>
                    <a:pt x="299593" y="3289046"/>
                    <a:pt x="0" y="2942718"/>
                    <a:pt x="267843" y="2450212"/>
                  </a:cubicBezTo>
                  <a:cubicBezTo>
                    <a:pt x="321437" y="2399158"/>
                    <a:pt x="435483" y="2272539"/>
                    <a:pt x="649097" y="2357883"/>
                  </a:cubicBezTo>
                  <a:cubicBezTo>
                    <a:pt x="706882" y="2387093"/>
                    <a:pt x="826008" y="2433067"/>
                    <a:pt x="829691" y="2658111"/>
                  </a:cubicBezTo>
                  <a:cubicBezTo>
                    <a:pt x="818261" y="2747138"/>
                    <a:pt x="804672" y="2796159"/>
                    <a:pt x="703707" y="3018537"/>
                  </a:cubicBezTo>
                  <a:cubicBezTo>
                    <a:pt x="686816" y="3079751"/>
                    <a:pt x="602742" y="3241040"/>
                    <a:pt x="837438" y="3345308"/>
                  </a:cubicBezTo>
                  <a:cubicBezTo>
                    <a:pt x="902081" y="3350007"/>
                    <a:pt x="1103376" y="3431922"/>
                    <a:pt x="1238631" y="2942337"/>
                  </a:cubicBezTo>
                  <a:cubicBezTo>
                    <a:pt x="1265682" y="2844420"/>
                    <a:pt x="1386586" y="2311274"/>
                    <a:pt x="1386586" y="2311274"/>
                  </a:cubicBezTo>
                  <a:cubicBezTo>
                    <a:pt x="1386586" y="2311274"/>
                    <a:pt x="1412875" y="2120901"/>
                    <a:pt x="1377442" y="2058417"/>
                  </a:cubicBezTo>
                  <a:cubicBezTo>
                    <a:pt x="1342009" y="1995932"/>
                    <a:pt x="1347978" y="1878965"/>
                    <a:pt x="931799" y="1764031"/>
                  </a:cubicBezTo>
                  <a:cubicBezTo>
                    <a:pt x="882777" y="1750442"/>
                    <a:pt x="814832" y="1758062"/>
                    <a:pt x="881253" y="1565657"/>
                  </a:cubicBezTo>
                  <a:cubicBezTo>
                    <a:pt x="910336" y="1507744"/>
                    <a:pt x="923925" y="1458722"/>
                    <a:pt x="1034034" y="1489202"/>
                  </a:cubicBezTo>
                  <a:close/>
                </a:path>
              </a:pathLst>
            </a:custGeom>
            <a:solidFill>
              <a:schemeClr val="lt1">
                <a:lumMod val="85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/>
              <a:endParaRPr lang="zh-CN" altLang="en-US">
                <a:solidFill>
                  <a:schemeClr val="lt1"/>
                </a:solidFill>
              </a:endParaRPr>
            </a:p>
          </p:txBody>
        </p:sp>
        <p:sp>
          <p:nvSpPr>
            <p:cNvPr id="15" name="任意多边形: 形状 10"/>
            <p:cNvSpPr/>
            <p:nvPr>
              <p:custDataLst>
                <p:tags r:id="rId13"/>
              </p:custDataLst>
            </p:nvPr>
          </p:nvSpPr>
          <p:spPr>
            <a:xfrm>
              <a:off x="5538672" y="1155618"/>
              <a:ext cx="1101229" cy="1905000"/>
            </a:xfrm>
            <a:custGeom>
              <a:avLst/>
              <a:gdLst/>
              <a:ahLst/>
              <a:cxnLst/>
              <a:rect l="0" t="0" r="0" b="0"/>
              <a:pathLst>
                <a:path w="2209801" h="3822701">
                  <a:moveTo>
                    <a:pt x="609600" y="1612900"/>
                  </a:moveTo>
                  <a:cubicBezTo>
                    <a:pt x="609600" y="1612900"/>
                    <a:pt x="889000" y="1638300"/>
                    <a:pt x="1003300" y="1549400"/>
                  </a:cubicBezTo>
                  <a:cubicBezTo>
                    <a:pt x="1079500" y="1485900"/>
                    <a:pt x="1193800" y="1511300"/>
                    <a:pt x="1117600" y="596900"/>
                  </a:cubicBezTo>
                  <a:cubicBezTo>
                    <a:pt x="1092200" y="469900"/>
                    <a:pt x="1079500" y="330200"/>
                    <a:pt x="876300" y="342900"/>
                  </a:cubicBezTo>
                  <a:cubicBezTo>
                    <a:pt x="825500" y="355600"/>
                    <a:pt x="647700" y="393700"/>
                    <a:pt x="711200" y="635000"/>
                  </a:cubicBezTo>
                  <a:cubicBezTo>
                    <a:pt x="723900" y="685800"/>
                    <a:pt x="825500" y="1041400"/>
                    <a:pt x="685800" y="1130300"/>
                  </a:cubicBezTo>
                  <a:cubicBezTo>
                    <a:pt x="647700" y="1168400"/>
                    <a:pt x="482600" y="1295400"/>
                    <a:pt x="304800" y="1193800"/>
                  </a:cubicBezTo>
                  <a:cubicBezTo>
                    <a:pt x="266700" y="1168400"/>
                    <a:pt x="101600" y="1092200"/>
                    <a:pt x="127000" y="698500"/>
                  </a:cubicBezTo>
                  <a:cubicBezTo>
                    <a:pt x="139700" y="635000"/>
                    <a:pt x="165100" y="444500"/>
                    <a:pt x="419100" y="215900"/>
                  </a:cubicBezTo>
                  <a:cubicBezTo>
                    <a:pt x="457200" y="190500"/>
                    <a:pt x="533400" y="88900"/>
                    <a:pt x="901700" y="25400"/>
                  </a:cubicBezTo>
                  <a:cubicBezTo>
                    <a:pt x="927100" y="25400"/>
                    <a:pt x="1270000" y="0"/>
                    <a:pt x="1498600" y="127000"/>
                  </a:cubicBezTo>
                  <a:cubicBezTo>
                    <a:pt x="1549400" y="152400"/>
                    <a:pt x="1701800" y="228600"/>
                    <a:pt x="1790700" y="381000"/>
                  </a:cubicBezTo>
                  <a:cubicBezTo>
                    <a:pt x="1816100" y="419100"/>
                    <a:pt x="1943100" y="558800"/>
                    <a:pt x="1981200" y="825500"/>
                  </a:cubicBezTo>
                  <a:cubicBezTo>
                    <a:pt x="1981200" y="876300"/>
                    <a:pt x="2032000" y="1092200"/>
                    <a:pt x="1892300" y="1333500"/>
                  </a:cubicBezTo>
                  <a:cubicBezTo>
                    <a:pt x="1866900" y="1371600"/>
                    <a:pt x="1790700" y="1524000"/>
                    <a:pt x="1587500" y="1638300"/>
                  </a:cubicBezTo>
                  <a:cubicBezTo>
                    <a:pt x="1536700" y="1663700"/>
                    <a:pt x="1346200" y="1752600"/>
                    <a:pt x="1282700" y="1752600"/>
                  </a:cubicBezTo>
                  <a:cubicBezTo>
                    <a:pt x="1333500" y="1778000"/>
                    <a:pt x="1714500" y="1841500"/>
                    <a:pt x="1917700" y="2146300"/>
                  </a:cubicBezTo>
                  <a:cubicBezTo>
                    <a:pt x="1955800" y="2197100"/>
                    <a:pt x="2209800" y="2565400"/>
                    <a:pt x="1993900" y="3111500"/>
                  </a:cubicBezTo>
                  <a:cubicBezTo>
                    <a:pt x="1968500" y="3175000"/>
                    <a:pt x="1854200" y="3543300"/>
                    <a:pt x="1282700" y="3708400"/>
                  </a:cubicBezTo>
                  <a:cubicBezTo>
                    <a:pt x="1219200" y="3733800"/>
                    <a:pt x="774700" y="3822700"/>
                    <a:pt x="482600" y="3619500"/>
                  </a:cubicBezTo>
                  <a:cubicBezTo>
                    <a:pt x="381000" y="3543300"/>
                    <a:pt x="0" y="3289300"/>
                    <a:pt x="127000" y="2743200"/>
                  </a:cubicBezTo>
                  <a:cubicBezTo>
                    <a:pt x="165100" y="2679700"/>
                    <a:pt x="241300" y="2527300"/>
                    <a:pt x="469900" y="2552700"/>
                  </a:cubicBezTo>
                  <a:cubicBezTo>
                    <a:pt x="533400" y="2565400"/>
                    <a:pt x="660400" y="2578100"/>
                    <a:pt x="723900" y="2794000"/>
                  </a:cubicBezTo>
                  <a:cubicBezTo>
                    <a:pt x="736600" y="2882900"/>
                    <a:pt x="736600" y="2933700"/>
                    <a:pt x="698500" y="3175000"/>
                  </a:cubicBezTo>
                  <a:cubicBezTo>
                    <a:pt x="698500" y="3238500"/>
                    <a:pt x="660400" y="3416300"/>
                    <a:pt x="914400" y="3454400"/>
                  </a:cubicBezTo>
                  <a:cubicBezTo>
                    <a:pt x="977900" y="3441700"/>
                    <a:pt x="1193800" y="3467100"/>
                    <a:pt x="1193800" y="2959100"/>
                  </a:cubicBezTo>
                  <a:cubicBezTo>
                    <a:pt x="1193800" y="2857500"/>
                    <a:pt x="1168400" y="2311400"/>
                    <a:pt x="1168400" y="2311400"/>
                  </a:cubicBezTo>
                  <a:cubicBezTo>
                    <a:pt x="1168400" y="2311400"/>
                    <a:pt x="1143000" y="2120900"/>
                    <a:pt x="1092200" y="2070100"/>
                  </a:cubicBezTo>
                  <a:cubicBezTo>
                    <a:pt x="1041400" y="2019300"/>
                    <a:pt x="1016000" y="1905000"/>
                    <a:pt x="584200" y="1905000"/>
                  </a:cubicBezTo>
                  <a:cubicBezTo>
                    <a:pt x="533400" y="1905000"/>
                    <a:pt x="469900" y="1930400"/>
                    <a:pt x="482600" y="1727200"/>
                  </a:cubicBezTo>
                  <a:cubicBezTo>
                    <a:pt x="495300" y="1663700"/>
                    <a:pt x="495300" y="1612900"/>
                    <a:pt x="609600" y="1612900"/>
                  </a:cubicBezTo>
                  <a:close/>
                </a:path>
              </a:pathLst>
            </a:cu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/>
              <a:endParaRPr lang="zh-CN" altLang="en-US">
                <a:solidFill>
                  <a:schemeClr val="lt1"/>
                </a:solidFill>
              </a:endParaRPr>
            </a:p>
          </p:txBody>
        </p:sp>
      </p:grpSp>
      <p:grpSp>
        <p:nvGrpSpPr>
          <p:cNvPr id="64" name="组合 63"/>
          <p:cNvGrpSpPr>
            <a:grpSpLocks noChangeAspect="1"/>
          </p:cNvGrpSpPr>
          <p:nvPr>
            <p:custDataLst>
              <p:tags r:id="rId14"/>
            </p:custDataLst>
          </p:nvPr>
        </p:nvGrpSpPr>
        <p:grpSpPr>
          <a:xfrm>
            <a:off x="749713" y="3613150"/>
            <a:ext cx="227773" cy="355600"/>
            <a:chOff x="7668902" y="1161573"/>
            <a:chExt cx="1206752" cy="1883981"/>
          </a:xfrm>
        </p:grpSpPr>
        <p:sp>
          <p:nvSpPr>
            <p:cNvPr id="53" name="任意多边形: 形状 52"/>
            <p:cNvSpPr/>
            <p:nvPr>
              <p:custDataLst>
                <p:tags r:id="rId15"/>
              </p:custDataLst>
            </p:nvPr>
          </p:nvSpPr>
          <p:spPr>
            <a:xfrm>
              <a:off x="7668902" y="1266516"/>
              <a:ext cx="1206752" cy="1779038"/>
            </a:xfrm>
            <a:custGeom>
              <a:avLst/>
              <a:gdLst>
                <a:gd name="connsiteX0" fmla="*/ 684478 w 1206752"/>
                <a:gd name="connsiteY0" fmla="*/ 532642 h 1779038"/>
                <a:gd name="connsiteX1" fmla="*/ 202809 w 1206752"/>
                <a:gd name="connsiteY1" fmla="*/ 956302 h 1779038"/>
                <a:gd name="connsiteX2" fmla="*/ 526616 w 1206752"/>
                <a:gd name="connsiteY2" fmla="*/ 1054277 h 1779038"/>
                <a:gd name="connsiteX3" fmla="*/ 1083331 w 1206752"/>
                <a:gd name="connsiteY3" fmla="*/ 1242 h 1779038"/>
                <a:gd name="connsiteX4" fmla="*/ 1159694 w 1206752"/>
                <a:gd name="connsiteY4" fmla="*/ 21907 h 1779038"/>
                <a:gd name="connsiteX5" fmla="*/ 1206426 w 1206752"/>
                <a:gd name="connsiteY5" fmla="*/ 62249 h 1779038"/>
                <a:gd name="connsiteX6" fmla="*/ 879801 w 1206752"/>
                <a:gd name="connsiteY6" fmla="*/ 1141478 h 1779038"/>
                <a:gd name="connsiteX7" fmla="*/ 987737 w 1206752"/>
                <a:gd name="connsiteY7" fmla="*/ 1174115 h 1779038"/>
                <a:gd name="connsiteX8" fmla="*/ 1010977 w 1206752"/>
                <a:gd name="connsiteY8" fmla="*/ 1226987 h 1779038"/>
                <a:gd name="connsiteX9" fmla="*/ 978340 w 1206752"/>
                <a:gd name="connsiteY9" fmla="*/ 1334922 h 1779038"/>
                <a:gd name="connsiteX10" fmla="*/ 954911 w 1206752"/>
                <a:gd name="connsiteY10" fmla="*/ 1347451 h 1779038"/>
                <a:gd name="connsiteX11" fmla="*/ 930919 w 1206752"/>
                <a:gd name="connsiteY11" fmla="*/ 1340184 h 1779038"/>
                <a:gd name="connsiteX12" fmla="*/ 828997 w 1206752"/>
                <a:gd name="connsiteY12" fmla="*/ 1309363 h 1779038"/>
                <a:gd name="connsiteX13" fmla="*/ 767293 w 1206752"/>
                <a:gd name="connsiteY13" fmla="*/ 1513207 h 1779038"/>
                <a:gd name="connsiteX14" fmla="*/ 766604 w 1206752"/>
                <a:gd name="connsiteY14" fmla="*/ 1558811 h 1779038"/>
                <a:gd name="connsiteX15" fmla="*/ 789845 w 1206752"/>
                <a:gd name="connsiteY15" fmla="*/ 1611683 h 1779038"/>
                <a:gd name="connsiteX16" fmla="*/ 805130 w 1206752"/>
                <a:gd name="connsiteY16" fmla="*/ 1734152 h 1779038"/>
                <a:gd name="connsiteX17" fmla="*/ 772618 w 1206752"/>
                <a:gd name="connsiteY17" fmla="*/ 1776687 h 1779038"/>
                <a:gd name="connsiteX18" fmla="*/ 280989 w 1206752"/>
                <a:gd name="connsiteY18" fmla="*/ 1627908 h 1779038"/>
                <a:gd name="connsiteX19" fmla="*/ 268523 w 1206752"/>
                <a:gd name="connsiteY19" fmla="*/ 1538891 h 1779038"/>
                <a:gd name="connsiteX20" fmla="*/ 347892 w 1206752"/>
                <a:gd name="connsiteY20" fmla="*/ 1471298 h 1779038"/>
                <a:gd name="connsiteX21" fmla="*/ 378587 w 1206752"/>
                <a:gd name="connsiteY21" fmla="*/ 1434776 h 1779038"/>
                <a:gd name="connsiteX22" fmla="*/ 451192 w 1206752"/>
                <a:gd name="connsiteY22" fmla="*/ 1194976 h 1779038"/>
                <a:gd name="connsiteX23" fmla="*/ 31478 w 1206752"/>
                <a:gd name="connsiteY23" fmla="*/ 1067934 h 1779038"/>
                <a:gd name="connsiteX24" fmla="*/ 4604 w 1206752"/>
                <a:gd name="connsiteY24" fmla="*/ 1027090 h 1779038"/>
                <a:gd name="connsiteX25" fmla="*/ 59042 w 1206752"/>
                <a:gd name="connsiteY25" fmla="*/ 847240 h 1779038"/>
                <a:gd name="connsiteX26" fmla="*/ 618263 w 1206752"/>
                <a:gd name="connsiteY26" fmla="*/ 362000 h 1779038"/>
                <a:gd name="connsiteX27" fmla="*/ 1010914 w 1206752"/>
                <a:gd name="connsiteY27" fmla="*/ 16143 h 1779038"/>
                <a:gd name="connsiteX28" fmla="*/ 1083331 w 1206752"/>
                <a:gd name="connsiteY28" fmla="*/ 1242 h 17790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1206752" h="1779038">
                  <a:moveTo>
                    <a:pt x="684478" y="532642"/>
                  </a:moveTo>
                  <a:lnTo>
                    <a:pt x="202809" y="956302"/>
                  </a:lnTo>
                  <a:lnTo>
                    <a:pt x="526616" y="1054277"/>
                  </a:lnTo>
                  <a:close/>
                  <a:moveTo>
                    <a:pt x="1083331" y="1242"/>
                  </a:moveTo>
                  <a:cubicBezTo>
                    <a:pt x="1107699" y="4523"/>
                    <a:pt x="1132726" y="13732"/>
                    <a:pt x="1159694" y="21907"/>
                  </a:cubicBezTo>
                  <a:cubicBezTo>
                    <a:pt x="1213692" y="38257"/>
                    <a:pt x="1206426" y="62249"/>
                    <a:pt x="1206426" y="62249"/>
                  </a:cubicBezTo>
                  <a:lnTo>
                    <a:pt x="879801" y="1141478"/>
                  </a:lnTo>
                  <a:cubicBezTo>
                    <a:pt x="879801" y="1141478"/>
                    <a:pt x="951778" y="1163218"/>
                    <a:pt x="987737" y="1174115"/>
                  </a:cubicBezTo>
                  <a:cubicBezTo>
                    <a:pt x="1023694" y="1185015"/>
                    <a:pt x="1010977" y="1226987"/>
                    <a:pt x="1010977" y="1226987"/>
                  </a:cubicBezTo>
                  <a:cubicBezTo>
                    <a:pt x="1010977" y="1226987"/>
                    <a:pt x="985607" y="1310930"/>
                    <a:pt x="978340" y="1334922"/>
                  </a:cubicBezTo>
                  <a:cubicBezTo>
                    <a:pt x="966876" y="1351084"/>
                    <a:pt x="954911" y="1347451"/>
                    <a:pt x="954911" y="1347451"/>
                  </a:cubicBezTo>
                  <a:lnTo>
                    <a:pt x="930919" y="1340184"/>
                  </a:lnTo>
                  <a:lnTo>
                    <a:pt x="828997" y="1309363"/>
                  </a:lnTo>
                  <a:lnTo>
                    <a:pt x="767293" y="1513207"/>
                  </a:lnTo>
                  <a:cubicBezTo>
                    <a:pt x="767293" y="1513207"/>
                    <a:pt x="764223" y="1545030"/>
                    <a:pt x="766604" y="1558811"/>
                  </a:cubicBezTo>
                  <a:cubicBezTo>
                    <a:pt x="769485" y="1592451"/>
                    <a:pt x="789845" y="1611683"/>
                    <a:pt x="789845" y="1611683"/>
                  </a:cubicBezTo>
                  <a:cubicBezTo>
                    <a:pt x="834134" y="1638244"/>
                    <a:pt x="823296" y="1674201"/>
                    <a:pt x="805130" y="1734152"/>
                  </a:cubicBezTo>
                  <a:cubicBezTo>
                    <a:pt x="786963" y="1794102"/>
                    <a:pt x="772618" y="1776687"/>
                    <a:pt x="772618" y="1776687"/>
                  </a:cubicBezTo>
                  <a:lnTo>
                    <a:pt x="280989" y="1627908"/>
                  </a:lnTo>
                  <a:cubicBezTo>
                    <a:pt x="233004" y="1613374"/>
                    <a:pt x="254115" y="1587064"/>
                    <a:pt x="268523" y="1538891"/>
                  </a:cubicBezTo>
                  <a:cubicBezTo>
                    <a:pt x="283056" y="1490968"/>
                    <a:pt x="318450" y="1482010"/>
                    <a:pt x="347892" y="1471298"/>
                  </a:cubicBezTo>
                  <a:cubicBezTo>
                    <a:pt x="377335" y="1460586"/>
                    <a:pt x="378587" y="1434776"/>
                    <a:pt x="378587" y="1434776"/>
                  </a:cubicBezTo>
                  <a:lnTo>
                    <a:pt x="451192" y="1194976"/>
                  </a:lnTo>
                  <a:cubicBezTo>
                    <a:pt x="451192" y="1194976"/>
                    <a:pt x="79463" y="1082467"/>
                    <a:pt x="31478" y="1067934"/>
                  </a:cubicBezTo>
                  <a:cubicBezTo>
                    <a:pt x="-16445" y="1053463"/>
                    <a:pt x="4604" y="1027090"/>
                    <a:pt x="4604" y="1027090"/>
                  </a:cubicBezTo>
                  <a:lnTo>
                    <a:pt x="59042" y="847240"/>
                  </a:lnTo>
                  <a:lnTo>
                    <a:pt x="618263" y="362000"/>
                  </a:lnTo>
                  <a:cubicBezTo>
                    <a:pt x="618263" y="362000"/>
                    <a:pt x="964620" y="61059"/>
                    <a:pt x="1010914" y="16143"/>
                  </a:cubicBezTo>
                  <a:cubicBezTo>
                    <a:pt x="1035251" y="608"/>
                    <a:pt x="1058962" y="-2039"/>
                    <a:pt x="1083331" y="1242"/>
                  </a:cubicBezTo>
                  <a:close/>
                </a:path>
              </a:pathLst>
            </a:custGeom>
            <a:solidFill>
              <a:schemeClr val="lt1">
                <a:lumMod val="85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defTabSz="914400"/>
              <a:endParaRPr lang="zh-CN" altLang="en-US">
                <a:solidFill>
                  <a:schemeClr val="lt1"/>
                </a:solidFill>
              </a:endParaRPr>
            </a:p>
          </p:txBody>
        </p:sp>
        <p:sp>
          <p:nvSpPr>
            <p:cNvPr id="52" name="任意多边形: 形状 51"/>
            <p:cNvSpPr/>
            <p:nvPr>
              <p:custDataLst>
                <p:tags r:id="rId16"/>
              </p:custDataLst>
            </p:nvPr>
          </p:nvSpPr>
          <p:spPr>
            <a:xfrm>
              <a:off x="7709950" y="1161573"/>
              <a:ext cx="1022488" cy="1792947"/>
            </a:xfrm>
            <a:custGeom>
              <a:avLst/>
              <a:gdLst>
                <a:gd name="connsiteX0" fmla="*/ 508808 w 1022488"/>
                <a:gd name="connsiteY0" fmla="*/ 626749 h 1792947"/>
                <a:gd name="connsiteX1" fmla="*/ 170531 w 1022488"/>
                <a:gd name="connsiteY1" fmla="*/ 1171751 h 1792947"/>
                <a:gd name="connsiteX2" fmla="*/ 508808 w 1022488"/>
                <a:gd name="connsiteY2" fmla="*/ 1171751 h 1792947"/>
                <a:gd name="connsiteX3" fmla="*/ 815763 w 1022488"/>
                <a:gd name="connsiteY3" fmla="*/ 310 h 1792947"/>
                <a:gd name="connsiteX4" fmla="*/ 872142 w 1022488"/>
                <a:gd name="connsiteY4" fmla="*/ 25368 h 1792947"/>
                <a:gd name="connsiteX5" fmla="*/ 872142 w 1022488"/>
                <a:gd name="connsiteY5" fmla="*/ 1152958 h 1792947"/>
                <a:gd name="connsiteX6" fmla="*/ 984901 w 1022488"/>
                <a:gd name="connsiteY6" fmla="*/ 1152958 h 1792947"/>
                <a:gd name="connsiteX7" fmla="*/ 1022488 w 1022488"/>
                <a:gd name="connsiteY7" fmla="*/ 1196808 h 1792947"/>
                <a:gd name="connsiteX8" fmla="*/ 1022488 w 1022488"/>
                <a:gd name="connsiteY8" fmla="*/ 1309567 h 1792947"/>
                <a:gd name="connsiteX9" fmla="*/ 1003694 w 1022488"/>
                <a:gd name="connsiteY9" fmla="*/ 1328360 h 1792947"/>
                <a:gd name="connsiteX10" fmla="*/ 978637 w 1022488"/>
                <a:gd name="connsiteY10" fmla="*/ 1328360 h 1792947"/>
                <a:gd name="connsiteX11" fmla="*/ 872142 w 1022488"/>
                <a:gd name="connsiteY11" fmla="*/ 1328360 h 1792947"/>
                <a:gd name="connsiteX12" fmla="*/ 872142 w 1022488"/>
                <a:gd name="connsiteY12" fmla="*/ 1541349 h 1792947"/>
                <a:gd name="connsiteX13" fmla="*/ 884671 w 1022488"/>
                <a:gd name="connsiteY13" fmla="*/ 1585200 h 1792947"/>
                <a:gd name="connsiteX14" fmla="*/ 922257 w 1022488"/>
                <a:gd name="connsiteY14" fmla="*/ 1629051 h 1792947"/>
                <a:gd name="connsiteX15" fmla="*/ 972372 w 1022488"/>
                <a:gd name="connsiteY15" fmla="*/ 1741810 h 1792947"/>
                <a:gd name="connsiteX16" fmla="*/ 953579 w 1022488"/>
                <a:gd name="connsiteY16" fmla="*/ 1791925 h 1792947"/>
                <a:gd name="connsiteX17" fmla="*/ 439900 w 1022488"/>
                <a:gd name="connsiteY17" fmla="*/ 1791925 h 1792947"/>
                <a:gd name="connsiteX18" fmla="*/ 402314 w 1022488"/>
                <a:gd name="connsiteY18" fmla="*/ 1710488 h 1792947"/>
                <a:gd name="connsiteX19" fmla="*/ 458693 w 1022488"/>
                <a:gd name="connsiteY19" fmla="*/ 1622787 h 1792947"/>
                <a:gd name="connsiteX20" fmla="*/ 477486 w 1022488"/>
                <a:gd name="connsiteY20" fmla="*/ 1578936 h 1792947"/>
                <a:gd name="connsiteX21" fmla="*/ 477486 w 1022488"/>
                <a:gd name="connsiteY21" fmla="*/ 1328360 h 1792947"/>
                <a:gd name="connsiteX22" fmla="*/ 38979 w 1022488"/>
                <a:gd name="connsiteY22" fmla="*/ 1328360 h 1792947"/>
                <a:gd name="connsiteX23" fmla="*/ 1393 w 1022488"/>
                <a:gd name="connsiteY23" fmla="*/ 1297038 h 1792947"/>
                <a:gd name="connsiteX24" fmla="*/ 1393 w 1022488"/>
                <a:gd name="connsiteY24" fmla="*/ 1109107 h 1792947"/>
                <a:gd name="connsiteX25" fmla="*/ 396049 w 1022488"/>
                <a:gd name="connsiteY25" fmla="*/ 482668 h 1792947"/>
                <a:gd name="connsiteX26" fmla="*/ 671682 w 1022488"/>
                <a:gd name="connsiteY26" fmla="*/ 37897 h 1792947"/>
                <a:gd name="connsiteX27" fmla="*/ 815763 w 1022488"/>
                <a:gd name="connsiteY27" fmla="*/ 310 h 179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1022488" h="1792947">
                  <a:moveTo>
                    <a:pt x="508808" y="626749"/>
                  </a:moveTo>
                  <a:lnTo>
                    <a:pt x="170531" y="1171751"/>
                  </a:lnTo>
                  <a:lnTo>
                    <a:pt x="508808" y="1171751"/>
                  </a:lnTo>
                  <a:close/>
                  <a:moveTo>
                    <a:pt x="815763" y="310"/>
                  </a:moveTo>
                  <a:cubicBezTo>
                    <a:pt x="872142" y="310"/>
                    <a:pt x="872142" y="25368"/>
                    <a:pt x="872142" y="25368"/>
                  </a:cubicBezTo>
                  <a:lnTo>
                    <a:pt x="872142" y="1152958"/>
                  </a:lnTo>
                  <a:cubicBezTo>
                    <a:pt x="872142" y="1152958"/>
                    <a:pt x="947315" y="1152958"/>
                    <a:pt x="984901" y="1152958"/>
                  </a:cubicBezTo>
                  <a:cubicBezTo>
                    <a:pt x="1022488" y="1152958"/>
                    <a:pt x="1022488" y="1196808"/>
                    <a:pt x="1022488" y="1196808"/>
                  </a:cubicBezTo>
                  <a:cubicBezTo>
                    <a:pt x="1022488" y="1196808"/>
                    <a:pt x="1022488" y="1284510"/>
                    <a:pt x="1022488" y="1309567"/>
                  </a:cubicBezTo>
                  <a:cubicBezTo>
                    <a:pt x="1016223" y="1328360"/>
                    <a:pt x="1003694" y="1328360"/>
                    <a:pt x="1003694" y="1328360"/>
                  </a:cubicBezTo>
                  <a:lnTo>
                    <a:pt x="978637" y="1328360"/>
                  </a:lnTo>
                  <a:lnTo>
                    <a:pt x="872142" y="1328360"/>
                  </a:lnTo>
                  <a:lnTo>
                    <a:pt x="872142" y="1541349"/>
                  </a:lnTo>
                  <a:cubicBezTo>
                    <a:pt x="872142" y="1541349"/>
                    <a:pt x="878407" y="1572671"/>
                    <a:pt x="884671" y="1585200"/>
                  </a:cubicBezTo>
                  <a:cubicBezTo>
                    <a:pt x="897200" y="1616522"/>
                    <a:pt x="922257" y="1629051"/>
                    <a:pt x="922257" y="1629051"/>
                  </a:cubicBezTo>
                  <a:cubicBezTo>
                    <a:pt x="972372" y="1641580"/>
                    <a:pt x="972372" y="1679166"/>
                    <a:pt x="972372" y="1741810"/>
                  </a:cubicBezTo>
                  <a:cubicBezTo>
                    <a:pt x="972372" y="1804454"/>
                    <a:pt x="953579" y="1791925"/>
                    <a:pt x="953579" y="1791925"/>
                  </a:cubicBezTo>
                  <a:lnTo>
                    <a:pt x="439900" y="1791925"/>
                  </a:lnTo>
                  <a:cubicBezTo>
                    <a:pt x="389785" y="1791925"/>
                    <a:pt x="402314" y="1760603"/>
                    <a:pt x="402314" y="1710488"/>
                  </a:cubicBezTo>
                  <a:cubicBezTo>
                    <a:pt x="402314" y="1660373"/>
                    <a:pt x="433636" y="1641580"/>
                    <a:pt x="458693" y="1622787"/>
                  </a:cubicBezTo>
                  <a:cubicBezTo>
                    <a:pt x="483751" y="1603993"/>
                    <a:pt x="477486" y="1578936"/>
                    <a:pt x="477486" y="1578936"/>
                  </a:cubicBezTo>
                  <a:lnTo>
                    <a:pt x="477486" y="1328360"/>
                  </a:lnTo>
                  <a:cubicBezTo>
                    <a:pt x="477486" y="1328360"/>
                    <a:pt x="89094" y="1328360"/>
                    <a:pt x="38979" y="1328360"/>
                  </a:cubicBezTo>
                  <a:cubicBezTo>
                    <a:pt x="-11136" y="1328360"/>
                    <a:pt x="1393" y="1297038"/>
                    <a:pt x="1393" y="1297038"/>
                  </a:cubicBezTo>
                  <a:lnTo>
                    <a:pt x="1393" y="1109107"/>
                  </a:lnTo>
                  <a:lnTo>
                    <a:pt x="396049" y="482668"/>
                  </a:lnTo>
                  <a:cubicBezTo>
                    <a:pt x="396049" y="482668"/>
                    <a:pt x="640360" y="94276"/>
                    <a:pt x="671682" y="37897"/>
                  </a:cubicBezTo>
                  <a:cubicBezTo>
                    <a:pt x="709268" y="-5954"/>
                    <a:pt x="759383" y="310"/>
                    <a:pt x="815763" y="310"/>
                  </a:cubicBezTo>
                  <a:close/>
                </a:path>
              </a:pathLst>
            </a:cu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defTabSz="914400"/>
              <a:endParaRPr lang="zh-CN" altLang="en-US">
                <a:solidFill>
                  <a:schemeClr val="lt1"/>
                </a:solidFill>
              </a:endParaRPr>
            </a:p>
          </p:txBody>
        </p:sp>
      </p:grpSp>
      <p:grpSp>
        <p:nvGrpSpPr>
          <p:cNvPr id="65" name="组合 64"/>
          <p:cNvGrpSpPr>
            <a:grpSpLocks noChangeAspect="1"/>
          </p:cNvGrpSpPr>
          <p:nvPr>
            <p:custDataLst>
              <p:tags r:id="rId17"/>
            </p:custDataLst>
          </p:nvPr>
        </p:nvGrpSpPr>
        <p:grpSpPr>
          <a:xfrm>
            <a:off x="743616" y="4267200"/>
            <a:ext cx="239969" cy="355600"/>
            <a:chOff x="9783752" y="1155618"/>
            <a:chExt cx="1285548" cy="1905000"/>
          </a:xfrm>
        </p:grpSpPr>
        <p:sp>
          <p:nvSpPr>
            <p:cNvPr id="20" name="任意多边形: 形状 19"/>
            <p:cNvSpPr/>
            <p:nvPr>
              <p:custDataLst>
                <p:tags r:id="rId18"/>
              </p:custDataLst>
            </p:nvPr>
          </p:nvSpPr>
          <p:spPr>
            <a:xfrm>
              <a:off x="9783752" y="1155618"/>
              <a:ext cx="1285548" cy="1876347"/>
            </a:xfrm>
            <a:custGeom>
              <a:avLst/>
              <a:gdLst/>
              <a:ahLst/>
              <a:cxnLst/>
              <a:rect l="0" t="0" r="0" b="0"/>
              <a:pathLst>
                <a:path w="2541271" h="3709164">
                  <a:moveTo>
                    <a:pt x="1106424" y="11811"/>
                  </a:moveTo>
                  <a:lnTo>
                    <a:pt x="460756" y="1740154"/>
                  </a:lnTo>
                  <a:cubicBezTo>
                    <a:pt x="460756" y="1740154"/>
                    <a:pt x="406908" y="1829943"/>
                    <a:pt x="544195" y="1858518"/>
                  </a:cubicBezTo>
                  <a:cubicBezTo>
                    <a:pt x="604901" y="1877060"/>
                    <a:pt x="698500" y="1918716"/>
                    <a:pt x="756031" y="1816862"/>
                  </a:cubicBezTo>
                  <a:cubicBezTo>
                    <a:pt x="779272" y="1784096"/>
                    <a:pt x="922401" y="1575435"/>
                    <a:pt x="1087755" y="1599184"/>
                  </a:cubicBezTo>
                  <a:cubicBezTo>
                    <a:pt x="1112012" y="1606550"/>
                    <a:pt x="1236218" y="1591310"/>
                    <a:pt x="1324356" y="1737614"/>
                  </a:cubicBezTo>
                  <a:cubicBezTo>
                    <a:pt x="1332865" y="1753489"/>
                    <a:pt x="1358138" y="1800987"/>
                    <a:pt x="1349121" y="1917700"/>
                  </a:cubicBezTo>
                  <a:cubicBezTo>
                    <a:pt x="1340104" y="2034413"/>
                    <a:pt x="1323721" y="2175510"/>
                    <a:pt x="1285748" y="2256790"/>
                  </a:cubicBezTo>
                  <a:cubicBezTo>
                    <a:pt x="1256157" y="2353945"/>
                    <a:pt x="1160018" y="2669921"/>
                    <a:pt x="1160018" y="2669921"/>
                  </a:cubicBezTo>
                  <a:lnTo>
                    <a:pt x="1026922" y="3107309"/>
                  </a:lnTo>
                  <a:cubicBezTo>
                    <a:pt x="1026922" y="3107309"/>
                    <a:pt x="983615" y="3293237"/>
                    <a:pt x="864235" y="3336544"/>
                  </a:cubicBezTo>
                  <a:cubicBezTo>
                    <a:pt x="820420" y="3349752"/>
                    <a:pt x="632841" y="3398901"/>
                    <a:pt x="524003" y="3233039"/>
                  </a:cubicBezTo>
                  <a:cubicBezTo>
                    <a:pt x="506095" y="3161157"/>
                    <a:pt x="461138" y="3134233"/>
                    <a:pt x="553085" y="2963164"/>
                  </a:cubicBezTo>
                  <a:cubicBezTo>
                    <a:pt x="645034" y="2791968"/>
                    <a:pt x="675640" y="2734945"/>
                    <a:pt x="660400" y="2610866"/>
                  </a:cubicBezTo>
                  <a:cubicBezTo>
                    <a:pt x="645033" y="2486787"/>
                    <a:pt x="570103" y="2384298"/>
                    <a:pt x="444881" y="2359407"/>
                  </a:cubicBezTo>
                  <a:cubicBezTo>
                    <a:pt x="319659" y="2334515"/>
                    <a:pt x="247904" y="2352548"/>
                    <a:pt x="157480" y="2431289"/>
                  </a:cubicBezTo>
                  <a:cubicBezTo>
                    <a:pt x="118364" y="2472436"/>
                    <a:pt x="1143" y="2596135"/>
                    <a:pt x="0" y="2861310"/>
                  </a:cubicBezTo>
                  <a:cubicBezTo>
                    <a:pt x="2159" y="2941574"/>
                    <a:pt x="20066" y="3013457"/>
                    <a:pt x="20066" y="3013457"/>
                  </a:cubicBezTo>
                  <a:cubicBezTo>
                    <a:pt x="20066" y="3013457"/>
                    <a:pt x="74931" y="3269108"/>
                    <a:pt x="207010" y="3402204"/>
                  </a:cubicBezTo>
                  <a:cubicBezTo>
                    <a:pt x="236093" y="3437637"/>
                    <a:pt x="380238" y="3574416"/>
                    <a:pt x="639065" y="3639948"/>
                  </a:cubicBezTo>
                  <a:cubicBezTo>
                    <a:pt x="724154" y="3665856"/>
                    <a:pt x="910082" y="3709163"/>
                    <a:pt x="1106044" y="3675889"/>
                  </a:cubicBezTo>
                  <a:cubicBezTo>
                    <a:pt x="1302005" y="3642615"/>
                    <a:pt x="1504316" y="3544952"/>
                    <a:pt x="1630045" y="3437129"/>
                  </a:cubicBezTo>
                  <a:cubicBezTo>
                    <a:pt x="1755775" y="3329433"/>
                    <a:pt x="1919605" y="3140330"/>
                    <a:pt x="1990853" y="2949576"/>
                  </a:cubicBezTo>
                  <a:cubicBezTo>
                    <a:pt x="2062226" y="2758822"/>
                    <a:pt x="2117599" y="2576577"/>
                    <a:pt x="2117091" y="2403857"/>
                  </a:cubicBezTo>
                  <a:cubicBezTo>
                    <a:pt x="2116578" y="2231136"/>
                    <a:pt x="2117599" y="1965960"/>
                    <a:pt x="1913256" y="1678052"/>
                  </a:cubicBezTo>
                  <a:cubicBezTo>
                    <a:pt x="1846708" y="1591437"/>
                    <a:pt x="1738885" y="1465708"/>
                    <a:pt x="1466851" y="1356361"/>
                  </a:cubicBezTo>
                  <a:cubicBezTo>
                    <a:pt x="1406145" y="1337818"/>
                    <a:pt x="1220217" y="1294512"/>
                    <a:pt x="1096011" y="1309879"/>
                  </a:cubicBezTo>
                  <a:cubicBezTo>
                    <a:pt x="971932" y="1325246"/>
                    <a:pt x="927990" y="1338454"/>
                    <a:pt x="927990" y="1338454"/>
                  </a:cubicBezTo>
                  <a:lnTo>
                    <a:pt x="1160400" y="705612"/>
                  </a:lnTo>
                  <a:lnTo>
                    <a:pt x="2132331" y="1001523"/>
                  </a:lnTo>
                  <a:lnTo>
                    <a:pt x="2193037" y="1020065"/>
                  </a:lnTo>
                  <a:cubicBezTo>
                    <a:pt x="2193037" y="1020065"/>
                    <a:pt x="2250060" y="1050672"/>
                    <a:pt x="2288160" y="969392"/>
                  </a:cubicBezTo>
                  <a:cubicBezTo>
                    <a:pt x="2291843" y="957199"/>
                    <a:pt x="2514347" y="401067"/>
                    <a:pt x="2514347" y="401067"/>
                  </a:cubicBezTo>
                  <a:cubicBezTo>
                    <a:pt x="2514347" y="401067"/>
                    <a:pt x="2541270" y="356109"/>
                    <a:pt x="2431924" y="322835"/>
                  </a:cubicBezTo>
                  <a:cubicBezTo>
                    <a:pt x="2322577" y="289560"/>
                    <a:pt x="2302003" y="270002"/>
                    <a:pt x="2219072" y="324358"/>
                  </a:cubicBezTo>
                  <a:cubicBezTo>
                    <a:pt x="2191131" y="329057"/>
                    <a:pt x="2191131" y="329057"/>
                    <a:pt x="2057400" y="288417"/>
                  </a:cubicBezTo>
                  <a:cubicBezTo>
                    <a:pt x="1923797" y="247777"/>
                    <a:pt x="1231265" y="36957"/>
                    <a:pt x="1231265" y="36957"/>
                  </a:cubicBezTo>
                  <a:lnTo>
                    <a:pt x="1109726" y="0"/>
                  </a:lnTo>
                  <a:close/>
                </a:path>
              </a:pathLst>
            </a:custGeom>
            <a:solidFill>
              <a:schemeClr val="lt1">
                <a:lumMod val="85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/>
              <a:endParaRPr lang="zh-CN" altLang="en-US">
                <a:solidFill>
                  <a:schemeClr val="lt1"/>
                </a:solidFill>
              </a:endParaRPr>
            </a:p>
          </p:txBody>
        </p:sp>
        <p:sp>
          <p:nvSpPr>
            <p:cNvPr id="21" name="任意多边形: 形状 20"/>
            <p:cNvSpPr/>
            <p:nvPr>
              <p:custDataLst>
                <p:tags r:id="rId19"/>
              </p:custDataLst>
            </p:nvPr>
          </p:nvSpPr>
          <p:spPr>
            <a:xfrm>
              <a:off x="9811442" y="1178232"/>
              <a:ext cx="1021507" cy="1882386"/>
            </a:xfrm>
            <a:custGeom>
              <a:avLst/>
              <a:gdLst/>
              <a:ahLst/>
              <a:cxnLst/>
              <a:rect l="0" t="0" r="0" b="0"/>
              <a:pathLst>
                <a:path w="2019314" h="3721101">
                  <a:moveTo>
                    <a:pt x="304800" y="101600"/>
                  </a:moveTo>
                  <a:lnTo>
                    <a:pt x="190500" y="1943100"/>
                  </a:lnTo>
                  <a:cubicBezTo>
                    <a:pt x="190500" y="1943100"/>
                    <a:pt x="165100" y="2044700"/>
                    <a:pt x="304800" y="2032000"/>
                  </a:cubicBezTo>
                  <a:cubicBezTo>
                    <a:pt x="368300" y="2032000"/>
                    <a:pt x="469900" y="2044700"/>
                    <a:pt x="495300" y="1930400"/>
                  </a:cubicBezTo>
                  <a:cubicBezTo>
                    <a:pt x="508000" y="1892300"/>
                    <a:pt x="584200" y="1651000"/>
                    <a:pt x="749300" y="1625600"/>
                  </a:cubicBezTo>
                  <a:cubicBezTo>
                    <a:pt x="774700" y="1625600"/>
                    <a:pt x="889000" y="1574800"/>
                    <a:pt x="1016000" y="1689100"/>
                  </a:cubicBezTo>
                  <a:cubicBezTo>
                    <a:pt x="1028700" y="1701800"/>
                    <a:pt x="1066800" y="1739900"/>
                    <a:pt x="1092200" y="1854200"/>
                  </a:cubicBezTo>
                  <a:cubicBezTo>
                    <a:pt x="1117602" y="1968500"/>
                    <a:pt x="1143000" y="2108200"/>
                    <a:pt x="1130300" y="2197100"/>
                  </a:cubicBezTo>
                  <a:cubicBezTo>
                    <a:pt x="1130300" y="2298700"/>
                    <a:pt x="1130300" y="2628900"/>
                    <a:pt x="1130300" y="2628900"/>
                  </a:cubicBezTo>
                  <a:lnTo>
                    <a:pt x="1130300" y="3086100"/>
                  </a:lnTo>
                  <a:cubicBezTo>
                    <a:pt x="1130300" y="3086100"/>
                    <a:pt x="1143000" y="3276600"/>
                    <a:pt x="1041400" y="3352800"/>
                  </a:cubicBezTo>
                  <a:cubicBezTo>
                    <a:pt x="1003300" y="3378200"/>
                    <a:pt x="838200" y="3479800"/>
                    <a:pt x="685800" y="3352800"/>
                  </a:cubicBezTo>
                  <a:cubicBezTo>
                    <a:pt x="647700" y="3289300"/>
                    <a:pt x="596900" y="3276600"/>
                    <a:pt x="635000" y="3086100"/>
                  </a:cubicBezTo>
                  <a:cubicBezTo>
                    <a:pt x="673100" y="2895600"/>
                    <a:pt x="685800" y="2832100"/>
                    <a:pt x="635000" y="2717800"/>
                  </a:cubicBezTo>
                  <a:cubicBezTo>
                    <a:pt x="584205" y="2603498"/>
                    <a:pt x="482600" y="2527300"/>
                    <a:pt x="355600" y="2540000"/>
                  </a:cubicBezTo>
                  <a:cubicBezTo>
                    <a:pt x="228600" y="2552699"/>
                    <a:pt x="165100" y="2590800"/>
                    <a:pt x="101600" y="2692400"/>
                  </a:cubicBezTo>
                  <a:cubicBezTo>
                    <a:pt x="76200" y="2743200"/>
                    <a:pt x="0" y="2895600"/>
                    <a:pt x="76200" y="3149600"/>
                  </a:cubicBezTo>
                  <a:cubicBezTo>
                    <a:pt x="101600" y="3225800"/>
                    <a:pt x="139700" y="3289300"/>
                    <a:pt x="139700" y="3289300"/>
                  </a:cubicBezTo>
                  <a:cubicBezTo>
                    <a:pt x="139700" y="3289300"/>
                    <a:pt x="266700" y="3517900"/>
                    <a:pt x="431800" y="3606800"/>
                  </a:cubicBezTo>
                  <a:cubicBezTo>
                    <a:pt x="469900" y="3632200"/>
                    <a:pt x="647700" y="3721100"/>
                    <a:pt x="914400" y="3708400"/>
                  </a:cubicBezTo>
                  <a:cubicBezTo>
                    <a:pt x="1003300" y="3708400"/>
                    <a:pt x="1193800" y="3695700"/>
                    <a:pt x="1371600" y="3606800"/>
                  </a:cubicBezTo>
                  <a:cubicBezTo>
                    <a:pt x="1549392" y="3517884"/>
                    <a:pt x="1714500" y="3365500"/>
                    <a:pt x="1803400" y="3225800"/>
                  </a:cubicBezTo>
                  <a:cubicBezTo>
                    <a:pt x="1892297" y="3086098"/>
                    <a:pt x="1993900" y="2857500"/>
                    <a:pt x="2006600" y="2654300"/>
                  </a:cubicBezTo>
                  <a:cubicBezTo>
                    <a:pt x="2019313" y="2451101"/>
                    <a:pt x="2019300" y="2260600"/>
                    <a:pt x="1968500" y="2095500"/>
                  </a:cubicBezTo>
                  <a:cubicBezTo>
                    <a:pt x="1917708" y="1930398"/>
                    <a:pt x="1841500" y="1676400"/>
                    <a:pt x="1562100" y="1460500"/>
                  </a:cubicBezTo>
                  <a:cubicBezTo>
                    <a:pt x="1473200" y="1397000"/>
                    <a:pt x="1333500" y="1308100"/>
                    <a:pt x="1041400" y="1282700"/>
                  </a:cubicBezTo>
                  <a:cubicBezTo>
                    <a:pt x="977900" y="1282700"/>
                    <a:pt x="787400" y="1295400"/>
                    <a:pt x="673100" y="1346200"/>
                  </a:cubicBezTo>
                  <a:cubicBezTo>
                    <a:pt x="558798" y="1396995"/>
                    <a:pt x="520700" y="1422400"/>
                    <a:pt x="520700" y="1422400"/>
                  </a:cubicBezTo>
                  <a:lnTo>
                    <a:pt x="558800" y="749300"/>
                  </a:lnTo>
                  <a:lnTo>
                    <a:pt x="1574800" y="749300"/>
                  </a:lnTo>
                  <a:lnTo>
                    <a:pt x="1638300" y="749300"/>
                  </a:lnTo>
                  <a:cubicBezTo>
                    <a:pt x="1638300" y="749300"/>
                    <a:pt x="1701800" y="762000"/>
                    <a:pt x="1714500" y="673100"/>
                  </a:cubicBezTo>
                  <a:cubicBezTo>
                    <a:pt x="1714500" y="660400"/>
                    <a:pt x="1765300" y="63500"/>
                    <a:pt x="1765300" y="63500"/>
                  </a:cubicBezTo>
                  <a:cubicBezTo>
                    <a:pt x="1765300" y="63500"/>
                    <a:pt x="1778000" y="12700"/>
                    <a:pt x="1663700" y="12700"/>
                  </a:cubicBezTo>
                  <a:cubicBezTo>
                    <a:pt x="1549400" y="12700"/>
                    <a:pt x="1524000" y="0"/>
                    <a:pt x="1460500" y="76200"/>
                  </a:cubicBezTo>
                  <a:cubicBezTo>
                    <a:pt x="1435100" y="88900"/>
                    <a:pt x="1435100" y="88900"/>
                    <a:pt x="1295400" y="88900"/>
                  </a:cubicBezTo>
                  <a:cubicBezTo>
                    <a:pt x="1155700" y="88900"/>
                    <a:pt x="431800" y="88900"/>
                    <a:pt x="431800" y="88900"/>
                  </a:cubicBezTo>
                  <a:lnTo>
                    <a:pt x="304800" y="88900"/>
                  </a:lnTo>
                  <a:close/>
                </a:path>
              </a:pathLst>
            </a:cu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/>
              <a:endParaRPr lang="zh-CN" altLang="en-US">
                <a:solidFill>
                  <a:schemeClr val="lt1"/>
                </a:solidFill>
              </a:endParaRPr>
            </a:p>
          </p:txBody>
        </p:sp>
      </p:grpSp>
      <p:sp>
        <p:nvSpPr>
          <p:cNvPr id="16" name="文本框 15"/>
          <p:cNvSpPr txBox="1"/>
          <p:nvPr>
            <p:custDataLst>
              <p:tags r:id="rId20"/>
            </p:custDataLst>
          </p:nvPr>
        </p:nvSpPr>
        <p:spPr>
          <a:xfrm>
            <a:off x="1193800" y="1600200"/>
            <a:ext cx="7264400" cy="2981325"/>
          </a:xfrm>
          <a:prstGeom prst="rect">
            <a:avLst/>
          </a:prstGeom>
          <a:noFill/>
        </p:spPr>
        <p:txBody>
          <a:bodyPr wrap="square" lIns="101600" tIns="0" rIns="82550" bIns="0" rtlCol="0" anchor="t" anchorCtr="0">
            <a:spAutoFit/>
          </a:bodyPr>
          <a:lstStyle>
            <a:defPPr>
              <a:defRPr lang="zh-CN"/>
            </a:defPPr>
            <a:lvl1pPr fontAlgn="auto">
              <a:lnSpc>
                <a:spcPct val="130000"/>
              </a:lnSpc>
              <a:spcAft>
                <a:spcPts val="1000"/>
              </a:spcAft>
              <a:defRPr sz="1600" spc="150"/>
            </a:lvl1pPr>
          </a:lstStyle>
          <a:p>
            <a:pPr marL="0" lvl="0" indent="0" algn="l" defTabSz="914400" fontAlgn="ctr">
              <a:lnSpc>
                <a:spcPct val="130000"/>
              </a:lnSpc>
              <a:spcBef>
                <a:spcPts val="2500"/>
              </a:spcBef>
              <a:spcAft>
                <a:spcPts val="0"/>
              </a:spcAft>
              <a:buSzPct val="100000"/>
              <a:buNone/>
            </a:pPr>
            <a:r>
              <a:rPr lang="zh-CN" altLang="en-US" sz="1700" spc="30" dirty="0">
                <a:ln w="3175">
                  <a:noFill/>
                  <a:prstDash val="dash"/>
                </a:ln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系统在您本机运行，运营数据主要保存在本地</a:t>
            </a:r>
            <a:endParaRPr lang="zh-CN" altLang="en-US" sz="1700" spc="30" dirty="0">
              <a:ln w="3175">
                <a:noFill/>
                <a:prstDash val="dash"/>
              </a:ln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0" lvl="0" indent="0" algn="l" defTabSz="914400" fontAlgn="ctr">
              <a:lnSpc>
                <a:spcPct val="130000"/>
              </a:lnSpc>
              <a:spcBef>
                <a:spcPts val="2500"/>
              </a:spcBef>
              <a:spcAft>
                <a:spcPts val="0"/>
              </a:spcAft>
              <a:buSzPct val="100000"/>
              <a:buNone/>
            </a:pPr>
            <a:r>
              <a:rPr lang="zh-CN" altLang="en-US" sz="1700" spc="30" dirty="0">
                <a:ln w="3175">
                  <a:noFill/>
                  <a:prstDash val="dash"/>
                </a:ln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配置与任务过程可追溯，便于团队内部协作与交接</a:t>
            </a:r>
            <a:endParaRPr lang="zh-CN" altLang="en-US" sz="1700" spc="30" dirty="0">
              <a:ln w="3175">
                <a:noFill/>
                <a:prstDash val="dash"/>
              </a:ln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0" lvl="0" indent="0" algn="l" defTabSz="914400" fontAlgn="ctr">
              <a:lnSpc>
                <a:spcPct val="130000"/>
              </a:lnSpc>
              <a:spcBef>
                <a:spcPts val="2500"/>
              </a:spcBef>
              <a:spcAft>
                <a:spcPts val="0"/>
              </a:spcAft>
              <a:buSzPct val="100000"/>
              <a:buNone/>
            </a:pPr>
            <a:r>
              <a:rPr lang="zh-CN" altLang="en-US" sz="1700" spc="30" dirty="0">
                <a:ln w="3175">
                  <a:noFill/>
                  <a:prstDash val="dash"/>
                </a:ln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支持会员账号管理，按授权使用功能</a:t>
            </a:r>
            <a:endParaRPr lang="zh-CN" altLang="en-US" sz="1700" spc="30" dirty="0">
              <a:ln w="3175">
                <a:noFill/>
                <a:prstDash val="dash"/>
              </a:ln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0" lvl="0" indent="0" algn="l" defTabSz="914400" fontAlgn="ctr">
              <a:lnSpc>
                <a:spcPct val="130000"/>
              </a:lnSpc>
              <a:spcBef>
                <a:spcPts val="2500"/>
              </a:spcBef>
              <a:spcAft>
                <a:spcPts val="0"/>
              </a:spcAft>
              <a:buSzPct val="100000"/>
              <a:buNone/>
            </a:pPr>
            <a:r>
              <a:rPr lang="zh-CN" altLang="en-US" sz="1700" spc="30" dirty="0">
                <a:ln w="3175">
                  <a:noFill/>
                  <a:prstDash val="dash"/>
                </a:ln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请在平台规则范围内合规使用自动化功能</a:t>
            </a:r>
            <a:endParaRPr lang="zh-CN" altLang="en-US" sz="1700" spc="30" dirty="0">
              <a:ln w="3175">
                <a:noFill/>
                <a:prstDash val="dash"/>
              </a:ln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0" lvl="0" indent="0" algn="l" defTabSz="914400" fontAlgn="ctr">
              <a:lnSpc>
                <a:spcPct val="130000"/>
              </a:lnSpc>
              <a:spcBef>
                <a:spcPts val="2500"/>
              </a:spcBef>
              <a:spcAft>
                <a:spcPts val="0"/>
              </a:spcAft>
              <a:buSzPct val="100000"/>
              <a:buNone/>
            </a:pPr>
            <a:r>
              <a:rPr lang="zh-CN" altLang="en-US" sz="1700" spc="30" dirty="0">
                <a:ln w="3175">
                  <a:noFill/>
                  <a:prstDash val="dash"/>
                </a:ln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我们提供安装指导与使用培训，帮助您快速上手</a:t>
            </a:r>
            <a:endParaRPr lang="zh-CN" altLang="en-US" sz="1700" spc="30" dirty="0">
              <a:ln w="3175">
                <a:noFill/>
                <a:prstDash val="dash"/>
              </a:ln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  <p:custDataLst>
      <p:tags r:id="rId21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8" name="组合 7"/>
          <p:cNvGrpSpPr/>
          <p:nvPr userDrawn="1">
            <p:custDataLst>
              <p:tags r:id="rId1"/>
            </p:custDataLst>
          </p:nvPr>
        </p:nvGrpSpPr>
        <p:grpSpPr>
          <a:xfrm>
            <a:off x="3001198" y="6045200"/>
            <a:ext cx="6142802" cy="812800"/>
            <a:chOff x="4001597" y="5613400"/>
            <a:chExt cx="8190403" cy="1244600"/>
          </a:xfrm>
        </p:grpSpPr>
        <p:sp>
          <p:nvSpPr>
            <p:cNvPr id="9" name="任意多边形: 形状 8"/>
            <p:cNvSpPr/>
            <p:nvPr>
              <p:custDataLst>
                <p:tags r:id="rId2"/>
              </p:custDataLst>
            </p:nvPr>
          </p:nvSpPr>
          <p:spPr>
            <a:xfrm>
              <a:off x="4001597" y="5613400"/>
              <a:ext cx="8190402" cy="1244600"/>
            </a:xfrm>
            <a:custGeom>
              <a:avLst/>
              <a:gdLst>
                <a:gd name="connsiteX0" fmla="*/ 8190402 w 8190402"/>
                <a:gd name="connsiteY0" fmla="*/ 0 h 1244600"/>
                <a:gd name="connsiteX1" fmla="*/ 8190402 w 8190402"/>
                <a:gd name="connsiteY1" fmla="*/ 1155849 h 1244600"/>
                <a:gd name="connsiteX2" fmla="*/ 4203232 w 8190402"/>
                <a:gd name="connsiteY2" fmla="*/ 1244600 h 1244600"/>
                <a:gd name="connsiteX3" fmla="*/ 0 w 8190402"/>
                <a:gd name="connsiteY3" fmla="*/ 1244600 h 1244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190402" h="1244600">
                  <a:moveTo>
                    <a:pt x="8190402" y="0"/>
                  </a:moveTo>
                  <a:lnTo>
                    <a:pt x="8190402" y="1155849"/>
                  </a:lnTo>
                  <a:lnTo>
                    <a:pt x="4203232" y="1244600"/>
                  </a:lnTo>
                  <a:lnTo>
                    <a:pt x="0" y="1244600"/>
                  </a:ln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 defTabSz="914400"/>
              <a:endParaRPr lang="zh-CN" altLang="en-US" sz="135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0" name="等腰三角形 9"/>
            <p:cNvSpPr/>
            <p:nvPr>
              <p:custDataLst>
                <p:tags r:id="rId3"/>
              </p:custDataLst>
            </p:nvPr>
          </p:nvSpPr>
          <p:spPr>
            <a:xfrm>
              <a:off x="5816600" y="5949254"/>
              <a:ext cx="6375400" cy="908746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 defTabSz="914400"/>
              <a:endParaRPr lang="zh-CN" altLang="en-US" sz="135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2" name="Rectangle 1"/>
          <p:cNvSpPr/>
          <p:nvPr>
            <p:custDataLst>
              <p:tags r:id="rId4"/>
            </p:custDataLst>
          </p:nvPr>
        </p:nvSpPr>
        <p:spPr>
          <a:xfrm>
            <a:off x="0" y="0"/>
            <a:ext cx="9144000" cy="914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457200">
              <a:defRPr sz="2600" b="1">
                <a:solidFill>
                  <a:srgbClr val="FFFFFF"/>
                </a:solidFill>
              </a:defRPr>
            </a:pPr>
            <a:r>
              <a:rPr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我们提供的服务</a:t>
            </a:r>
            <a:endParaRPr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94360" y="987552"/>
            <a:ext cx="1833880" cy="2914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defTabSz="457200">
              <a:defRPr sz="1300">
                <a:solidFill>
                  <a:srgbClr val="6B7A8C"/>
                </a:solidFill>
              </a:defRPr>
            </a:pPr>
            <a:r>
              <a:rPr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让您用得起来、用得好</a:t>
            </a:r>
            <a:endParaRPr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85800" y="1828800"/>
            <a:ext cx="7772400" cy="1607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57200">
              <a:spcAft>
                <a:spcPts val="900"/>
              </a:spcAft>
              <a:defRPr sz="1900">
                <a:solidFill>
                  <a:srgbClr val="222A35"/>
                </a:solidFill>
              </a:defRPr>
            </a:pPr>
            <a:r>
              <a:rPr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系统安装与基础配置协助</a:t>
            </a:r>
            <a:endParaRPr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defTabSz="457200">
              <a:spcAft>
                <a:spcPts val="900"/>
              </a:spcAft>
              <a:defRPr sz="1900">
                <a:solidFill>
                  <a:srgbClr val="222A35"/>
                </a:solidFill>
              </a:defRPr>
            </a:pPr>
            <a:r>
              <a:rPr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首次发品陪跑，确保流程跑通</a:t>
            </a:r>
            <a:endParaRPr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defTabSz="457200">
              <a:spcAft>
                <a:spcPts val="900"/>
              </a:spcAft>
              <a:defRPr sz="1900">
                <a:solidFill>
                  <a:srgbClr val="222A35"/>
                </a:solidFill>
              </a:defRPr>
            </a:pPr>
            <a:r>
              <a:rPr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使用培训（界面操作、日常运营节奏建议）</a:t>
            </a:r>
            <a:endParaRPr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defTabSz="457200">
              <a:spcAft>
                <a:spcPts val="900"/>
              </a:spcAft>
              <a:defRPr sz="1900">
                <a:solidFill>
                  <a:srgbClr val="222A35"/>
                </a:solidFill>
              </a:defRPr>
            </a:pPr>
            <a:r>
              <a:rPr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问题响应与版本更新支持（以合同约定为准）</a:t>
            </a:r>
            <a:endParaRPr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custDataLst>
      <p:tags r:id="rId5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9" name="组合 8"/>
          <p:cNvGrpSpPr/>
          <p:nvPr userDrawn="1">
            <p:custDataLst>
              <p:tags r:id="rId1"/>
            </p:custDataLst>
          </p:nvPr>
        </p:nvGrpSpPr>
        <p:grpSpPr>
          <a:xfrm>
            <a:off x="3001198" y="6045200"/>
            <a:ext cx="6142802" cy="812800"/>
            <a:chOff x="4001597" y="5613400"/>
            <a:chExt cx="8190403" cy="1244600"/>
          </a:xfrm>
        </p:grpSpPr>
        <p:sp>
          <p:nvSpPr>
            <p:cNvPr id="10" name="任意多边形: 形状 8"/>
            <p:cNvSpPr/>
            <p:nvPr>
              <p:custDataLst>
                <p:tags r:id="rId2"/>
              </p:custDataLst>
            </p:nvPr>
          </p:nvSpPr>
          <p:spPr>
            <a:xfrm>
              <a:off x="4001597" y="5613400"/>
              <a:ext cx="8190402" cy="1244600"/>
            </a:xfrm>
            <a:custGeom>
              <a:avLst/>
              <a:gdLst>
                <a:gd name="connsiteX0" fmla="*/ 8190402 w 8190402"/>
                <a:gd name="connsiteY0" fmla="*/ 0 h 1244600"/>
                <a:gd name="connsiteX1" fmla="*/ 8190402 w 8190402"/>
                <a:gd name="connsiteY1" fmla="*/ 1155849 h 1244600"/>
                <a:gd name="connsiteX2" fmla="*/ 4203232 w 8190402"/>
                <a:gd name="connsiteY2" fmla="*/ 1244600 h 1244600"/>
                <a:gd name="connsiteX3" fmla="*/ 0 w 8190402"/>
                <a:gd name="connsiteY3" fmla="*/ 1244600 h 1244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190402" h="1244600">
                  <a:moveTo>
                    <a:pt x="8190402" y="0"/>
                  </a:moveTo>
                  <a:lnTo>
                    <a:pt x="8190402" y="1155849"/>
                  </a:lnTo>
                  <a:lnTo>
                    <a:pt x="4203232" y="1244600"/>
                  </a:lnTo>
                  <a:lnTo>
                    <a:pt x="0" y="1244600"/>
                  </a:ln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 defTabSz="914400"/>
              <a:endParaRPr lang="zh-CN" altLang="en-US" sz="135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1" name="等腰三角形 10"/>
            <p:cNvSpPr/>
            <p:nvPr>
              <p:custDataLst>
                <p:tags r:id="rId3"/>
              </p:custDataLst>
            </p:nvPr>
          </p:nvSpPr>
          <p:spPr>
            <a:xfrm>
              <a:off x="5816600" y="5949254"/>
              <a:ext cx="6375400" cy="908746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 defTabSz="914400"/>
              <a:endParaRPr lang="zh-CN" altLang="en-US" sz="135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2" name="Rectangle 1"/>
          <p:cNvSpPr/>
          <p:nvPr>
            <p:custDataLst>
              <p:tags r:id="rId4"/>
            </p:custDataLst>
          </p:nvPr>
        </p:nvSpPr>
        <p:spPr>
          <a:xfrm>
            <a:off x="0" y="0"/>
            <a:ext cx="9144000" cy="914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457200">
              <a:defRPr sz="2600" b="1">
                <a:solidFill>
                  <a:srgbClr val="FFFFFF"/>
                </a:solidFill>
              </a:defRPr>
            </a:pPr>
            <a:r>
              <a:rPr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如何开始？</a:t>
            </a:r>
            <a:endParaRPr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Rectangle 2"/>
          <p:cNvSpPr/>
          <p:nvPr>
            <p:custDataLst>
              <p:tags r:id="rId5"/>
            </p:custDataLst>
          </p:nvPr>
        </p:nvSpPr>
        <p:spPr>
          <a:xfrm>
            <a:off x="685800" y="1828800"/>
            <a:ext cx="502920" cy="50292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>
              <a:defRPr sz="1800" b="1">
                <a:solidFill>
                  <a:srgbClr val="FFFFFF"/>
                </a:solidFill>
              </a:defRPr>
            </a:pPr>
            <a:r>
              <a:rPr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endParaRPr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371600" y="1783080"/>
            <a:ext cx="3916680" cy="5835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defTabSz="457200">
              <a:defRPr sz="1800" b="1">
                <a:solidFill>
                  <a:srgbClr val="0F4C81"/>
                </a:solidFill>
              </a:defRPr>
            </a:pPr>
            <a:r>
              <a:rPr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了解演示</a:t>
            </a:r>
            <a:endParaRPr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defTabSz="457200">
              <a:defRPr sz="1400">
                <a:solidFill>
                  <a:srgbClr val="222A35"/>
                </a:solidFill>
              </a:defRPr>
            </a:pPr>
            <a:r>
              <a:rPr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预约在线或现场演示，直观感受系统界面与流程</a:t>
            </a:r>
            <a:endParaRPr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Rectangle 4"/>
          <p:cNvSpPr/>
          <p:nvPr>
            <p:custDataLst>
              <p:tags r:id="rId6"/>
            </p:custDataLst>
          </p:nvPr>
        </p:nvSpPr>
        <p:spPr>
          <a:xfrm>
            <a:off x="685800" y="3154680"/>
            <a:ext cx="502920" cy="50292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>
              <a:defRPr sz="1800" b="1">
                <a:solidFill>
                  <a:srgbClr val="FFFFFF"/>
                </a:solidFill>
              </a:defRPr>
            </a:pPr>
            <a:r>
              <a:rPr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endParaRPr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371600" y="3108960"/>
            <a:ext cx="3027680" cy="5835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defTabSz="457200">
              <a:defRPr sz="1800" b="1">
                <a:solidFill>
                  <a:srgbClr val="0F4C81"/>
                </a:solidFill>
              </a:defRPr>
            </a:pPr>
            <a:r>
              <a:rPr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试用体验</a:t>
            </a:r>
            <a:endParaRPr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defTabSz="457200">
              <a:defRPr sz="1400">
                <a:solidFill>
                  <a:srgbClr val="222A35"/>
                </a:solidFill>
              </a:defRPr>
            </a:pPr>
            <a:r>
              <a:rPr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在试用期内体验核心发品与分析功能</a:t>
            </a:r>
            <a:endParaRPr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Rectangle 6"/>
          <p:cNvSpPr/>
          <p:nvPr>
            <p:custDataLst>
              <p:tags r:id="rId7"/>
            </p:custDataLst>
          </p:nvPr>
        </p:nvSpPr>
        <p:spPr>
          <a:xfrm>
            <a:off x="685800" y="4480560"/>
            <a:ext cx="502920" cy="50292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>
              <a:defRPr sz="1800" b="1">
                <a:solidFill>
                  <a:srgbClr val="FFFFFF"/>
                </a:solidFill>
              </a:defRPr>
            </a:pPr>
            <a:r>
              <a:rPr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3</a:t>
            </a:r>
            <a:endParaRPr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371600" y="4434840"/>
            <a:ext cx="3383280" cy="5835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defTabSz="457200">
              <a:defRPr sz="1800" b="1">
                <a:solidFill>
                  <a:srgbClr val="0F4C81"/>
                </a:solidFill>
              </a:defRPr>
            </a:pPr>
            <a:r>
              <a:rPr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正式使用</a:t>
            </a:r>
            <a:endParaRPr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defTabSz="457200">
              <a:defRPr sz="1400">
                <a:solidFill>
                  <a:srgbClr val="222A35"/>
                </a:solidFill>
              </a:defRPr>
            </a:pPr>
            <a:r>
              <a:rPr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确定方案后完成安装配置，进入日常运营</a:t>
            </a:r>
            <a:endParaRPr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custDataLst>
      <p:tags r:id="rId8"/>
    </p:custData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标题 5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2691281" y="2778617"/>
            <a:ext cx="3761438" cy="113978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 fontScale="40000"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kumimoji="0" lang="zh-CN" altLang="en-US" sz="6000" b="1" i="0" u="none" strike="noStrike" kern="1200" cap="none" spc="6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汉仪旗黑-85S" panose="00020600040101010101" pitchFamily="18" charset="-122"/>
                <a:cs typeface="+mj-cs"/>
                <a:sym typeface="+mn-ea"/>
              </a:defRPr>
            </a:lvl1pPr>
          </a:lstStyle>
          <a:p>
            <a:pPr marL="0" lvl="0" indent="-285750" algn="ctr" fontAlgn="ctr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Wingdings" panose="05000000000000000000" charset="0"/>
              <a:buNone/>
            </a:pPr>
            <a:r>
              <a:rPr sz="5400" noProof="0">
                <a:solidFill>
                  <a:schemeClr val="accent1"/>
                </a:solidFill>
              </a:rPr>
              <a:t>专注国际站运营效率</a:t>
            </a:r>
            <a:endParaRPr sz="5400" noProof="0">
              <a:solidFill>
                <a:schemeClr val="accent1"/>
              </a:solidFill>
            </a:endParaRPr>
          </a:p>
          <a:p>
            <a:pPr marL="0" lvl="0" indent="-285750" algn="ctr" fontAlgn="ctr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Wingdings" panose="05000000000000000000" charset="0"/>
              <a:buNone/>
            </a:pPr>
            <a:r>
              <a:rPr sz="5400" noProof="0">
                <a:solidFill>
                  <a:schemeClr val="accent1"/>
                </a:solidFill>
              </a:rPr>
              <a:t>助力您的生意持续增长</a:t>
            </a:r>
            <a:endParaRPr sz="5400" noProof="0">
              <a:solidFill>
                <a:schemeClr val="accent1"/>
              </a:solidFill>
            </a:endParaRPr>
          </a:p>
        </p:txBody>
      </p:sp>
    </p:spTree>
    <p:custDataLst>
      <p:tags r:id="rId2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"/>
  <p:tag name="KSO_WM_UNIT_ID" val="_6*i*6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"/>
  <p:tag name="KSO_WM_UNIT_ID" val="_6*i*7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8"/>
  <p:tag name="KSO_WM_UNIT_ID" val="_6*i*8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82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83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84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85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86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87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88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89.xml><?xml version="1.0" encoding="utf-8"?>
<p:tagLst xmlns:p="http://schemas.openxmlformats.org/presentationml/2006/main">
  <p:tag name="KSO_WM_SLIDE_BACKGROUND_TYPE" val="frame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1"/>
  <p:tag name="KSO_WM_UNIT_ID" val="_13*i*1"/>
  <p:tag name="KSO_WM_UNIT_BK_DARK_LIGHT" val="2"/>
  <p:tag name="KSO_WM_UNIT_LAYERLEVEL" val="1"/>
  <p:tag name="KSO_WM_TAG_VERSION" val="1.0"/>
  <p:tag name="KSO_WM_BEAUTIFY_FLAG" val="#wm#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1"/>
</p:tagLst>
</file>

<file path=ppt/tags/tag91.xml><?xml version="1.0" encoding="utf-8"?>
<p:tagLst xmlns:p="http://schemas.openxmlformats.org/presentationml/2006/main">
  <p:tag name="KSO_WM_SLIDE_BACKGROUND_TYPE" val="frame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92.xml><?xml version="1.0" encoding="utf-8"?>
<p:tagLst xmlns:p="http://schemas.openxmlformats.org/presentationml/2006/main">
  <p:tag name="KSO_WM_SLIDE_BACKGROUND_TYPE" val="frame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1"/>
</p:tagLst>
</file>

<file path=ppt/tags/tag94.xml><?xml version="1.0" encoding="utf-8"?>
<p:tagLst xmlns:p="http://schemas.openxmlformats.org/presentationml/2006/main">
  <p:tag name="KSO_WM_SLIDE_BACKGROUND_TYPE" val="frame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95.xml><?xml version="1.0" encoding="utf-8"?>
<p:tagLst xmlns:p="http://schemas.openxmlformats.org/presentationml/2006/main">
  <p:tag name="KSO_WM_SLIDE_BACKGROUND_TYPE" val="frame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96.xml><?xml version="1.0" encoding="utf-8"?>
<p:tagLst xmlns:p="http://schemas.openxmlformats.org/presentationml/2006/main">
  <p:tag name="KSO_WM_SLIDE_BACKGROUND_TYPE" val="frame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97.xml><?xml version="1.0" encoding="utf-8"?>
<p:tagLst xmlns:p="http://schemas.openxmlformats.org/presentationml/2006/main">
  <p:tag name="KSO_WM_SLIDE_BACKGROUND_TYPE" val="frame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98.xml><?xml version="1.0" encoding="utf-8"?>
<p:tagLst xmlns:p="http://schemas.openxmlformats.org/presentationml/2006/main">
  <p:tag name="KSO_WM_SLIDE_BACKGROUND_TYPE" val="frame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99.xml><?xml version="1.0" encoding="utf-8"?>
<p:tagLst xmlns:p="http://schemas.openxmlformats.org/presentationml/2006/main">
  <p:tag name="KSO_WM_SLIDE_BACKGROUND_TYPE" val="frame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100.xml><?xml version="1.0" encoding="utf-8"?>
<p:tagLst xmlns:p="http://schemas.openxmlformats.org/presentationml/2006/main">
  <p:tag name="KSO_WM_SLIDE_BACKGROUND_TYPE" val="frame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101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1"/>
  <p:tag name="KSO_WM_UNIT_ID" val="_14*i*1"/>
  <p:tag name="KSO_WM_UNIT_BK_DARK_LIGHT" val="1"/>
  <p:tag name="KSO_WM_UNIT_LAYERLEVEL" val="1"/>
  <p:tag name="KSO_WM_TAG_VERSION" val="1.0"/>
  <p:tag name="KSO_WM_BEAUTIFY_FLAG" val="#wm#"/>
</p:tagLst>
</file>

<file path=ppt/tags/tag102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103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104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105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106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107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108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109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110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111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1"/>
  <p:tag name="KSO_WM_UNIT_ID" val="_15*i*1"/>
  <p:tag name="KSO_WM_UNIT_BK_DARK_LIGHT" val="1"/>
  <p:tag name="KSO_WM_UNIT_LAYERLEVEL" val="1"/>
  <p:tag name="KSO_WM_TAG_VERSION" val="1.0"/>
  <p:tag name="KSO_WM_BEAUTIFY_FLAG" val="#wm#"/>
</p:tagLst>
</file>

<file path=ppt/tags/tag112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13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14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15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16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17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18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19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20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21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6*i*1"/>
  <p:tag name="KSO_WM_UNIT_LAYERLEVEL" val="1"/>
  <p:tag name="KSO_WM_TAG_VERSION" val="1.0"/>
  <p:tag name="KSO_WM_BEAUTIFY_FLAG" val="#wm#"/>
</p:tagLst>
</file>

<file path=ppt/tags/tag122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6*i*2"/>
  <p:tag name="KSO_WM_UNIT_LAYERLEVEL" val="1"/>
  <p:tag name="KSO_WM_TAG_VERSION" val="1.0"/>
  <p:tag name="KSO_WM_BEAUTIFY_FLAG" val="#wm#"/>
</p:tagLst>
</file>

<file path=ppt/tags/tag123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6*i*3"/>
  <p:tag name="KSO_WM_UNIT_LAYERLEVEL" val="1"/>
  <p:tag name="KSO_WM_TAG_VERSION" val="1.0"/>
  <p:tag name="KSO_WM_BEAUTIFY_FLAG" val="#wm#"/>
</p:tagLst>
</file>

<file path=ppt/tags/tag124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1"/>
  <p:tag name="KSO_WM_UNIT_ID" val="_16*i*1"/>
  <p:tag name="KSO_WM_UNIT_BK_DARK_LIGHT" val="1"/>
  <p:tag name="KSO_WM_UNIT_LAYERLEVEL" val="1"/>
  <p:tag name="KSO_WM_TAG_VERSION" val="1.0"/>
  <p:tag name="KSO_WM_BEAUTIFY_FLAG" val="#wm#"/>
</p:tagLst>
</file>

<file path=ppt/tags/tag125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26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27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28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29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30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31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7*i*1"/>
  <p:tag name="KSO_WM_UNIT_LAYERLEVEL" val="1"/>
  <p:tag name="KSO_WM_TAG_VERSION" val="1.0"/>
  <p:tag name="KSO_WM_BEAUTIFY_FLAG" val="#wm#"/>
</p:tagLst>
</file>

<file path=ppt/tags/tag132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7*i*2"/>
  <p:tag name="KSO_WM_UNIT_LAYERLEVEL" val="1"/>
  <p:tag name="KSO_WM_TAG_VERSION" val="1.0"/>
  <p:tag name="KSO_WM_BEAUTIFY_FLAG" val="#wm#"/>
</p:tagLst>
</file>

<file path=ppt/tags/tag133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7*i*3"/>
  <p:tag name="KSO_WM_UNIT_LAYERLEVEL" val="1"/>
  <p:tag name="KSO_WM_TAG_VERSION" val="1.0"/>
  <p:tag name="KSO_WM_BEAUTIFY_FLAG" val="#wm#"/>
</p:tagLst>
</file>

<file path=ppt/tags/tag134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1"/>
  <p:tag name="KSO_WM_UNIT_ID" val="_17*i*1"/>
  <p:tag name="KSO_WM_UNIT_BK_DARK_LIGHT" val="1"/>
  <p:tag name="KSO_WM_UNIT_LAYERLEVEL" val="1"/>
  <p:tag name="KSO_WM_TAG_VERSION" val="1.0"/>
  <p:tag name="KSO_WM_BEAUTIFY_FLAG" val="#wm#"/>
</p:tagLst>
</file>

<file path=ppt/tags/tag135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36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37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38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39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40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41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42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43.xml><?xml version="1.0" encoding="utf-8"?>
<p:tagLst xmlns:p="http://schemas.openxmlformats.org/presentationml/2006/main">
  <p:tag name="KSO_WM_SLIDE_BACKGROUND_TYPE" val="belt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1"/>
  <p:tag name="KSO_WM_UNIT_ID" val="_18*i*1"/>
  <p:tag name="KSO_WM_UNIT_BK_DARK_LIGHT" val="2"/>
  <p:tag name="KSO_WM_UNIT_LAYERLEVEL" val="1"/>
  <p:tag name="KSO_WM_TAG_VERSION" val="1.0"/>
  <p:tag name="KSO_WM_BEAUTIFY_FLAG" val="#wm#"/>
</p:tagLst>
</file>

<file path=ppt/tags/tag1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i*2"/>
  <p:tag name="KSO_WM_UNIT_LAYERLEVEL" val="1"/>
  <p:tag name="KSO_WM_TAG_VERSION" val="1.0"/>
  <p:tag name="KSO_WM_BEAUTIFY_FLAG" val="#wm#"/>
  <p:tag name="KSO_WM_SLIDE_BACKGROUND_TYPE" val="belt"/>
  <p:tag name="KSO_WM_SLIDE_BK_DARK_LIGHT" val="1"/>
  <p:tag name="KSO_WM_UNIT_TYPE" val="i"/>
  <p:tag name="KSO_WM_UNIT_INDEX" val="2"/>
</p:tagLst>
</file>

<file path=ppt/tags/tag145.xml><?xml version="1.0" encoding="utf-8"?>
<p:tagLst xmlns:p="http://schemas.openxmlformats.org/presentationml/2006/main">
  <p:tag name="KSO_WM_SLIDE_BACKGROUND_TYPE" val="belt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8*i*3"/>
  <p:tag name="KSO_WM_UNIT_LAYERLEVEL" val="1"/>
  <p:tag name="KSO_WM_TAG_VERSION" val="1.0"/>
  <p:tag name="KSO_WM_BEAUTIFY_FLAG" val="#wm#"/>
</p:tagLst>
</file>

<file path=ppt/tags/tag146.xml><?xml version="1.0" encoding="utf-8"?>
<p:tagLst xmlns:p="http://schemas.openxmlformats.org/presentationml/2006/main">
  <p:tag name="KSO_WM_SLIDE_BACKGROUND_TYPE" val="belt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18*i*4"/>
  <p:tag name="KSO_WM_UNIT_LAYERLEVEL" val="1"/>
  <p:tag name="KSO_WM_TAG_VERSION" val="1.0"/>
  <p:tag name="KSO_WM_BEAUTIFY_FLAG" val="#wm#"/>
</p:tagLst>
</file>

<file path=ppt/tags/tag1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i*1"/>
  <p:tag name="KSO_WM_UNIT_LAYERLEVEL" val="1"/>
  <p:tag name="KSO_WM_TAG_VERSION" val="1.0"/>
  <p:tag name="KSO_WM_BEAUTIFY_FLAG" val="#wm#"/>
  <p:tag name="KSO_WM_SLIDE_BACKGROUND_TYPE" val="belt"/>
  <p:tag name="KSO_WM_SLIDE_BK_DARK_LIGHT" val="1"/>
  <p:tag name="KSO_WM_UNIT_TYPE" val="i"/>
  <p:tag name="KSO_WM_UNIT_INDEX" val="1"/>
</p:tagLst>
</file>

<file path=ppt/tags/tag148.xml><?xml version="1.0" encoding="utf-8"?>
<p:tagLst xmlns:p="http://schemas.openxmlformats.org/presentationml/2006/main">
  <p:tag name="KSO_WM_SLIDE_BACKGROUND_TYPE" val="belt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"/>
  <p:tag name="KSO_WM_UNIT_ID" val="_18*i*6"/>
  <p:tag name="KSO_WM_UNIT_LAYERLEVEL" val="1"/>
  <p:tag name="KSO_WM_TAG_VERSION" val="1.0"/>
  <p:tag name="KSO_WM_BEAUTIFY_FLAG" val="#wm#"/>
</p:tagLst>
</file>

<file path=ppt/tags/tag149.xml><?xml version="1.0" encoding="utf-8"?>
<p:tagLst xmlns:p="http://schemas.openxmlformats.org/presentationml/2006/main">
  <p:tag name="KSO_WM_SLIDE_BACKGROUND_TYPE" val="belt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_18*i*5"/>
  <p:tag name="KSO_WM_UNIT_LAYERLEVEL" val="1"/>
  <p:tag name="KSO_WM_TAG_VERSION" val="1.0"/>
  <p:tag name="KSO_WM_BEAUTIFY_FLAG" val="#wm#"/>
</p:tagLst>
</file>

<file path=ppt/tags/tag150.xml><?xml version="1.0" encoding="utf-8"?>
<p:tagLst xmlns:p="http://schemas.openxmlformats.org/presentationml/2006/main">
  <p:tag name="KSO_WM_SLIDE_BACKGROUND_TYPE" val="belt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151.xml><?xml version="1.0" encoding="utf-8"?>
<p:tagLst xmlns:p="http://schemas.openxmlformats.org/presentationml/2006/main">
  <p:tag name="KSO_WM_SLIDE_BACKGROUND_TYPE" val="belt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152.xml><?xml version="1.0" encoding="utf-8"?>
<p:tagLst xmlns:p="http://schemas.openxmlformats.org/presentationml/2006/main">
  <p:tag name="KSO_WM_SLIDE_BACKGROUND_TYPE" val="belt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153.xml><?xml version="1.0" encoding="utf-8"?>
<p:tagLst xmlns:p="http://schemas.openxmlformats.org/presentationml/2006/main">
  <p:tag name="KSO_WM_SLIDE_BACKGROUND_TYPE" val="belt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154.xml><?xml version="1.0" encoding="utf-8"?>
<p:tagLst xmlns:p="http://schemas.openxmlformats.org/presentationml/2006/main">
  <p:tag name="KSO_WM_SLIDE_BACKGROUND_TYPE" val="belt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1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2545"/>
</p:tagLst>
</file>

<file path=ppt/tags/tag1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2545"/>
</p:tagLst>
</file>

<file path=ppt/tags/tag1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60.xml><?xml version="1.0" encoding="utf-8"?>
<p:tagLst xmlns:p="http://schemas.openxmlformats.org/presentationml/2006/main">
  <p:tag name="KSO_WM_TEMPLATE_SUBCATEGORY" val="0"/>
  <p:tag name="KSO_WM_TEMPLATE_COLOR_TYPE" val="1"/>
  <p:tag name="KSO_WM_TEMPLATE_MASTER_THUMB_INDEX" val="12"/>
  <p:tag name="KSO_WM_UNIT_SHOW_EDIT_AREA_INDICATION" val="0"/>
  <p:tag name="KSO_WM_TEMPLATE_THUMBS_INDEX" val="1、2、3、11、14"/>
  <p:tag name="KSO_WM_TAG_VERSION" val="1.0"/>
  <p:tag name="KSO_WM_BEAUTIFY_FLAG" val="#wm#"/>
  <p:tag name="KSO_WM_TEMPLATE_CATEGORY" val="custom"/>
  <p:tag name="KSO_WM_TEMPLATE_INDEX" val="20202545"/>
  <p:tag name="KSO_WM_TEMPLATE_MASTER_TYPE" val="1"/>
</p:tagLst>
</file>

<file path=ppt/tags/tag161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62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63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64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65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66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67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68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69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70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71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72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73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"/>
  <p:tag name="KSO_WM_UNIT_ID" val="_6*i*6"/>
  <p:tag name="KSO_WM_UNIT_LAYERLEVEL" val="1"/>
  <p:tag name="KSO_WM_TAG_VERSION" val="1.0"/>
  <p:tag name="KSO_WM_BEAUTIFY_FLAG" val="#wm#"/>
</p:tagLst>
</file>

<file path=ppt/tags/tag2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"/>
  <p:tag name="KSO_WM_UNIT_ID" val="_6*i*7"/>
  <p:tag name="KSO_WM_UNIT_LAYERLEVEL" val="1"/>
  <p:tag name="KSO_WM_TAG_VERSION" val="1.0"/>
  <p:tag name="KSO_WM_BEAUTIFY_FLAG" val="#wm#"/>
</p:tagLst>
</file>

<file path=ppt/tags/tag2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8"/>
  <p:tag name="KSO_WM_UNIT_ID" val="_6*i*8"/>
  <p:tag name="KSO_WM_UNIT_LAYERLEVEL" val="1"/>
  <p:tag name="KSO_WM_TAG_VERSION" val="1.0"/>
  <p:tag name="KSO_WM_BEAUTIFY_FLAG" val="#wm#"/>
</p:tagLst>
</file>

<file path=ppt/tags/tag2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2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2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2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2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2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2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2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2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2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2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2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2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2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2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2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2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2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2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2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2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2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2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2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2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2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2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2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242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243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244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245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246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247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248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249.xml><?xml version="1.0" encoding="utf-8"?>
<p:tagLst xmlns:p="http://schemas.openxmlformats.org/presentationml/2006/main">
  <p:tag name="KSO_WM_SLIDE_BACKGROUND_TYPE" val="frame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1"/>
  <p:tag name="KSO_WM_UNIT_ID" val="_13*i*1"/>
  <p:tag name="KSO_WM_UNIT_BK_DARK_LIGHT" val="2"/>
  <p:tag name="KSO_WM_UNIT_LAYERLEVEL" val="1"/>
  <p:tag name="KSO_WM_TAG_VERSION" val="1.0"/>
  <p:tag name="KSO_WM_BEAUTIFY_FLAG" val="#wm#"/>
</p:tagLst>
</file>

<file path=ppt/tags/tag2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1"/>
</p:tagLst>
</file>

<file path=ppt/tags/tag251.xml><?xml version="1.0" encoding="utf-8"?>
<p:tagLst xmlns:p="http://schemas.openxmlformats.org/presentationml/2006/main">
  <p:tag name="KSO_WM_SLIDE_BACKGROUND_TYPE" val="frame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252.xml><?xml version="1.0" encoding="utf-8"?>
<p:tagLst xmlns:p="http://schemas.openxmlformats.org/presentationml/2006/main">
  <p:tag name="KSO_WM_SLIDE_BACKGROUND_TYPE" val="frame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2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1"/>
</p:tagLst>
</file>

<file path=ppt/tags/tag254.xml><?xml version="1.0" encoding="utf-8"?>
<p:tagLst xmlns:p="http://schemas.openxmlformats.org/presentationml/2006/main">
  <p:tag name="KSO_WM_SLIDE_BACKGROUND_TYPE" val="frame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255.xml><?xml version="1.0" encoding="utf-8"?>
<p:tagLst xmlns:p="http://schemas.openxmlformats.org/presentationml/2006/main">
  <p:tag name="KSO_WM_SLIDE_BACKGROUND_TYPE" val="frame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256.xml><?xml version="1.0" encoding="utf-8"?>
<p:tagLst xmlns:p="http://schemas.openxmlformats.org/presentationml/2006/main">
  <p:tag name="KSO_WM_SLIDE_BACKGROUND_TYPE" val="frame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257.xml><?xml version="1.0" encoding="utf-8"?>
<p:tagLst xmlns:p="http://schemas.openxmlformats.org/presentationml/2006/main">
  <p:tag name="KSO_WM_SLIDE_BACKGROUND_TYPE" val="frame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258.xml><?xml version="1.0" encoding="utf-8"?>
<p:tagLst xmlns:p="http://schemas.openxmlformats.org/presentationml/2006/main">
  <p:tag name="KSO_WM_SLIDE_BACKGROUND_TYPE" val="frame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259.xml><?xml version="1.0" encoding="utf-8"?>
<p:tagLst xmlns:p="http://schemas.openxmlformats.org/presentationml/2006/main">
  <p:tag name="KSO_WM_SLIDE_BACKGROUND_TYPE" val="frame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260.xml><?xml version="1.0" encoding="utf-8"?>
<p:tagLst xmlns:p="http://schemas.openxmlformats.org/presentationml/2006/main">
  <p:tag name="KSO_WM_SLIDE_BACKGROUND_TYPE" val="frame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261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1"/>
  <p:tag name="KSO_WM_UNIT_ID" val="_14*i*1"/>
  <p:tag name="KSO_WM_UNIT_BK_DARK_LIGHT" val="1"/>
  <p:tag name="KSO_WM_UNIT_LAYERLEVEL" val="1"/>
  <p:tag name="KSO_WM_TAG_VERSION" val="1.0"/>
  <p:tag name="KSO_WM_BEAUTIFY_FLAG" val="#wm#"/>
</p:tagLst>
</file>

<file path=ppt/tags/tag262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263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264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265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266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267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268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269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270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271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1"/>
  <p:tag name="KSO_WM_UNIT_ID" val="_15*i*1"/>
  <p:tag name="KSO_WM_UNIT_BK_DARK_LIGHT" val="1"/>
  <p:tag name="KSO_WM_UNIT_LAYERLEVEL" val="1"/>
  <p:tag name="KSO_WM_TAG_VERSION" val="1.0"/>
  <p:tag name="KSO_WM_BEAUTIFY_FLAG" val="#wm#"/>
</p:tagLst>
</file>

<file path=ppt/tags/tag272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273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274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275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276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277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278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279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280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281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6*i*1"/>
  <p:tag name="KSO_WM_UNIT_LAYERLEVEL" val="1"/>
  <p:tag name="KSO_WM_TAG_VERSION" val="1.0"/>
  <p:tag name="KSO_WM_BEAUTIFY_FLAG" val="#wm#"/>
</p:tagLst>
</file>

<file path=ppt/tags/tag282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6*i*2"/>
  <p:tag name="KSO_WM_UNIT_LAYERLEVEL" val="1"/>
  <p:tag name="KSO_WM_TAG_VERSION" val="1.0"/>
  <p:tag name="KSO_WM_BEAUTIFY_FLAG" val="#wm#"/>
</p:tagLst>
</file>

<file path=ppt/tags/tag283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6*i*3"/>
  <p:tag name="KSO_WM_UNIT_LAYERLEVEL" val="1"/>
  <p:tag name="KSO_WM_TAG_VERSION" val="1.0"/>
  <p:tag name="KSO_WM_BEAUTIFY_FLAG" val="#wm#"/>
</p:tagLst>
</file>

<file path=ppt/tags/tag284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1"/>
  <p:tag name="KSO_WM_UNIT_ID" val="_16*i*1"/>
  <p:tag name="KSO_WM_UNIT_BK_DARK_LIGHT" val="1"/>
  <p:tag name="KSO_WM_UNIT_LAYERLEVEL" val="1"/>
  <p:tag name="KSO_WM_TAG_VERSION" val="1.0"/>
  <p:tag name="KSO_WM_BEAUTIFY_FLAG" val="#wm#"/>
</p:tagLst>
</file>

<file path=ppt/tags/tag285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286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287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288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289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290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291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7*i*1"/>
  <p:tag name="KSO_WM_UNIT_LAYERLEVEL" val="1"/>
  <p:tag name="KSO_WM_TAG_VERSION" val="1.0"/>
  <p:tag name="KSO_WM_BEAUTIFY_FLAG" val="#wm#"/>
</p:tagLst>
</file>

<file path=ppt/tags/tag292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7*i*2"/>
  <p:tag name="KSO_WM_UNIT_LAYERLEVEL" val="1"/>
  <p:tag name="KSO_WM_TAG_VERSION" val="1.0"/>
  <p:tag name="KSO_WM_BEAUTIFY_FLAG" val="#wm#"/>
</p:tagLst>
</file>

<file path=ppt/tags/tag293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7*i*3"/>
  <p:tag name="KSO_WM_UNIT_LAYERLEVEL" val="1"/>
  <p:tag name="KSO_WM_TAG_VERSION" val="1.0"/>
  <p:tag name="KSO_WM_BEAUTIFY_FLAG" val="#wm#"/>
</p:tagLst>
</file>

<file path=ppt/tags/tag294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1"/>
  <p:tag name="KSO_WM_UNIT_ID" val="_17*i*1"/>
  <p:tag name="KSO_WM_UNIT_BK_DARK_LIGHT" val="1"/>
  <p:tag name="KSO_WM_UNIT_LAYERLEVEL" val="1"/>
  <p:tag name="KSO_WM_TAG_VERSION" val="1.0"/>
  <p:tag name="KSO_WM_BEAUTIFY_FLAG" val="#wm#"/>
</p:tagLst>
</file>

<file path=ppt/tags/tag295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296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297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298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299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300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301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302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303.xml><?xml version="1.0" encoding="utf-8"?>
<p:tagLst xmlns:p="http://schemas.openxmlformats.org/presentationml/2006/main">
  <p:tag name="KSO_WM_SLIDE_BACKGROUND_TYPE" val="belt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1"/>
  <p:tag name="KSO_WM_UNIT_ID" val="_18*i*1"/>
  <p:tag name="KSO_WM_UNIT_BK_DARK_LIGHT" val="2"/>
  <p:tag name="KSO_WM_UNIT_LAYERLEVEL" val="1"/>
  <p:tag name="KSO_WM_TAG_VERSION" val="1.0"/>
  <p:tag name="KSO_WM_BEAUTIFY_FLAG" val="#wm#"/>
</p:tagLst>
</file>

<file path=ppt/tags/tag3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i*2"/>
  <p:tag name="KSO_WM_UNIT_LAYERLEVEL" val="1"/>
  <p:tag name="KSO_WM_TAG_VERSION" val="1.0"/>
  <p:tag name="KSO_WM_BEAUTIFY_FLAG" val="#wm#"/>
  <p:tag name="KSO_WM_SLIDE_BACKGROUND_TYPE" val="belt"/>
  <p:tag name="KSO_WM_SLIDE_BK_DARK_LIGHT" val="1"/>
  <p:tag name="KSO_WM_UNIT_TYPE" val="i"/>
  <p:tag name="KSO_WM_UNIT_INDEX" val="2"/>
</p:tagLst>
</file>

<file path=ppt/tags/tag305.xml><?xml version="1.0" encoding="utf-8"?>
<p:tagLst xmlns:p="http://schemas.openxmlformats.org/presentationml/2006/main">
  <p:tag name="KSO_WM_SLIDE_BACKGROUND_TYPE" val="belt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8*i*3"/>
  <p:tag name="KSO_WM_UNIT_LAYERLEVEL" val="1"/>
  <p:tag name="KSO_WM_TAG_VERSION" val="1.0"/>
  <p:tag name="KSO_WM_BEAUTIFY_FLAG" val="#wm#"/>
</p:tagLst>
</file>

<file path=ppt/tags/tag306.xml><?xml version="1.0" encoding="utf-8"?>
<p:tagLst xmlns:p="http://schemas.openxmlformats.org/presentationml/2006/main">
  <p:tag name="KSO_WM_SLIDE_BACKGROUND_TYPE" val="belt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18*i*4"/>
  <p:tag name="KSO_WM_UNIT_LAYERLEVEL" val="1"/>
  <p:tag name="KSO_WM_TAG_VERSION" val="1.0"/>
  <p:tag name="KSO_WM_BEAUTIFY_FLAG" val="#wm#"/>
</p:tagLst>
</file>

<file path=ppt/tags/tag3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i*1"/>
  <p:tag name="KSO_WM_UNIT_LAYERLEVEL" val="1"/>
  <p:tag name="KSO_WM_TAG_VERSION" val="1.0"/>
  <p:tag name="KSO_WM_BEAUTIFY_FLAG" val="#wm#"/>
  <p:tag name="KSO_WM_SLIDE_BACKGROUND_TYPE" val="belt"/>
  <p:tag name="KSO_WM_SLIDE_BK_DARK_LIGHT" val="1"/>
  <p:tag name="KSO_WM_UNIT_TYPE" val="i"/>
  <p:tag name="KSO_WM_UNIT_INDEX" val="1"/>
</p:tagLst>
</file>

<file path=ppt/tags/tag308.xml><?xml version="1.0" encoding="utf-8"?>
<p:tagLst xmlns:p="http://schemas.openxmlformats.org/presentationml/2006/main">
  <p:tag name="KSO_WM_SLIDE_BACKGROUND_TYPE" val="belt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"/>
  <p:tag name="KSO_WM_UNIT_ID" val="_18*i*6"/>
  <p:tag name="KSO_WM_UNIT_LAYERLEVEL" val="1"/>
  <p:tag name="KSO_WM_TAG_VERSION" val="1.0"/>
  <p:tag name="KSO_WM_BEAUTIFY_FLAG" val="#wm#"/>
</p:tagLst>
</file>

<file path=ppt/tags/tag309.xml><?xml version="1.0" encoding="utf-8"?>
<p:tagLst xmlns:p="http://schemas.openxmlformats.org/presentationml/2006/main">
  <p:tag name="KSO_WM_SLIDE_BACKGROUND_TYPE" val="belt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_18*i*5"/>
  <p:tag name="KSO_WM_UNIT_LAYERLEVEL" val="1"/>
  <p:tag name="KSO_WM_TAG_VERSION" val="1.0"/>
  <p:tag name="KSO_WM_BEAUTIFY_FLAG" val="#wm#"/>
</p:tagLst>
</file>

<file path=ppt/tags/tag310.xml><?xml version="1.0" encoding="utf-8"?>
<p:tagLst xmlns:p="http://schemas.openxmlformats.org/presentationml/2006/main">
  <p:tag name="KSO_WM_SLIDE_BACKGROUND_TYPE" val="belt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311.xml><?xml version="1.0" encoding="utf-8"?>
<p:tagLst xmlns:p="http://schemas.openxmlformats.org/presentationml/2006/main">
  <p:tag name="KSO_WM_SLIDE_BACKGROUND_TYPE" val="belt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312.xml><?xml version="1.0" encoding="utf-8"?>
<p:tagLst xmlns:p="http://schemas.openxmlformats.org/presentationml/2006/main">
  <p:tag name="KSO_WM_SLIDE_BACKGROUND_TYPE" val="belt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313.xml><?xml version="1.0" encoding="utf-8"?>
<p:tagLst xmlns:p="http://schemas.openxmlformats.org/presentationml/2006/main">
  <p:tag name="KSO_WM_SLIDE_BACKGROUND_TYPE" val="belt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314.xml><?xml version="1.0" encoding="utf-8"?>
<p:tagLst xmlns:p="http://schemas.openxmlformats.org/presentationml/2006/main">
  <p:tag name="KSO_WM_SLIDE_BACKGROUND_TYPE" val="belt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3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2545"/>
</p:tagLst>
</file>

<file path=ppt/tags/tag3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2545"/>
</p:tagLst>
</file>

<file path=ppt/tags/tag3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3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3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320.xml><?xml version="1.0" encoding="utf-8"?>
<p:tagLst xmlns:p="http://schemas.openxmlformats.org/presentationml/2006/main">
  <p:tag name="KSO_WM_TEMPLATE_SUBCATEGORY" val="0"/>
  <p:tag name="KSO_WM_TEMPLATE_COLOR_TYPE" val="1"/>
  <p:tag name="KSO_WM_TEMPLATE_MASTER_THUMB_INDEX" val="12"/>
  <p:tag name="KSO_WM_UNIT_SHOW_EDIT_AREA_INDICATION" val="0"/>
  <p:tag name="KSO_WM_TEMPLATE_THUMBS_INDEX" val="1、2、3、11、14"/>
  <p:tag name="KSO_WM_TAG_VERSION" val="1.0"/>
  <p:tag name="KSO_WM_BEAUTIFY_FLAG" val="#wm#"/>
  <p:tag name="KSO_WM_TEMPLATE_CATEGORY" val="custom"/>
  <p:tag name="KSO_WM_TEMPLATE_INDEX" val="20202545"/>
  <p:tag name="KSO_WM_TEMPLATE_MASTER_TYPE" val="1"/>
</p:tagLst>
</file>

<file path=ppt/tags/tag321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UNIT_TYPE" val="i"/>
</p:tagLst>
</file>

<file path=ppt/tags/tag322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UNIT_FILL_FORE_SCHEMECOLOR_INDEX_BRIGHTNESS" val="0.6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323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UNIT_FILL_FORE_SCHEMECOLOR_INDEX_BRIGHTNESS" val="0.4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324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325.xml><?xml version="1.0" encoding="utf-8"?>
<p:tagLst xmlns:p="http://schemas.openxmlformats.org/presentationml/2006/main">
  <p:tag name="KSO_WM_SLIDE_BK_DARK_LIGHT" val="2"/>
  <p:tag name="KSO_WM_SLIDE_BACKGROUND_TYPE" val="general"/>
</p:tagLst>
</file>

<file path=ppt/tags/tag326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UNIT_TYPE" val="i"/>
</p:tagLst>
</file>

<file path=ppt/tags/tag327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UNIT_FILL_FORE_SCHEMECOLOR_INDEX_BRIGHTNESS" val="0.6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328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UNIT_FILL_FORE_SCHEMECOLOR_INDEX_BRIGHTNESS" val="0.4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329.xml><?xml version="1.0" encoding="utf-8"?>
<p:tagLst xmlns:p="http://schemas.openxmlformats.org/presentationml/2006/main">
  <p:tag name="KSO_WM_UNIT_FILL_FORE_SCHEMECOLOR_INDEX_BRIGHTNESS" val="0"/>
  <p:tag name="KSO_WM_UNIT_FILL_FORE_SCHEMECOLOR_INDEX" val="6"/>
  <p:tag name="KSO_WM_UNIT_FILL_TYPE" val="1"/>
</p:tagLst>
</file>

<file path=ppt/tags/tag330.xml><?xml version="1.0" encoding="utf-8"?>
<p:tagLst xmlns:p="http://schemas.openxmlformats.org/presentationml/2006/main">
  <p:tag name="KSO_WM_UNIT_TEXTBOXSTYLE_SHAPETYPE" val="1"/>
  <p:tag name="KSO_WM_UNIT_TEXTBOXSTYLE_ADJUSTLEFT" val="0_35.14552"/>
  <p:tag name="KSO_WM_UNIT_TEXTBOXSTYLE_ADJUSTTOP" val="0_282.0435"/>
  <p:tag name="KSO_WM_UNIT_TEXTBOXSTYLE_DECORATEINDEX" val="1"/>
  <p:tag name="KSO_WM_UNIT_HIGHLIGHT" val="0"/>
  <p:tag name="KSO_WM_UNIT_COMPATIBLE" val="0"/>
  <p:tag name="KSO_WM_UNIT_DIAGRAM_ISNUMVISUAL" val="0"/>
  <p:tag name="KSO_WM_UNIT_DIAGRAM_IS_NEED_ADD_PATH_ANIM" val="0"/>
  <p:tag name="KSO_WM_UNIT_DIAGRAM_ISREFERUNIT" val="0"/>
  <p:tag name="KSO_WM_UNIT_TYPE" val="i"/>
  <p:tag name="KSO_WM_UNIT_INDEX" val="1"/>
  <p:tag name="KSO_WM_UNIT_ID" val="mixed20202549_1*i*1"/>
  <p:tag name="KSO_WM_TEMPLATE_CATEGORY" val="mixed"/>
  <p:tag name="KSO_WM_TEMPLATE_INDEX" val="20202549"/>
  <p:tag name="KSO_WM_UNIT_LAYERLEVEL" val="1"/>
  <p:tag name="KSO_WM_TAG_VERSION" val="1.0"/>
  <p:tag name="KSO_WM_BEAUTIFY_FLAG" val="#wm#"/>
  <p:tag name="KSO_WM_UNIT_TEXTBOXSTYLE_GUID" val="{e502f06d-445a-40fe-97ac-597498de96fa}"/>
</p:tagLst>
</file>

<file path=ppt/tags/tag3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_NEED_ADD_PATH_ANIM" val="0"/>
  <p:tag name="KSO_WM_UNIT_DIAGRAM_ISREFERUNIT" val="0"/>
  <p:tag name="KSO_WM_UNIT_TYPE" val="i"/>
  <p:tag name="KSO_WM_UNIT_INDEX" val="2"/>
  <p:tag name="KSO_WM_UNIT_ID" val="mixed20202549_1*i*2"/>
  <p:tag name="KSO_WM_TEMPLATE_CATEGORY" val="mixed"/>
  <p:tag name="KSO_WM_TEMPLATE_INDEX" val="20202549"/>
  <p:tag name="KSO_WM_UNIT_LAYERLEVEL" val="1"/>
  <p:tag name="KSO_WM_TAG_VERSION" val="1.0"/>
  <p:tag name="KSO_WM_BEAUTIFY_FLAG" val="#wm#"/>
  <p:tag name="KSO_WM_UNIT_FILL_FORE_SCHEMECOLOR_INDEX_BRIGHTNESS" val="-0.15"/>
  <p:tag name="KSO_WM_UNIT_FILL_FORE_SCHEMECOLOR_INDEX" val="14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3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_NEED_ADD_PATH_ANIM" val="0"/>
  <p:tag name="KSO_WM_UNIT_DIAGRAM_ISREFERUNIT" val="0"/>
  <p:tag name="KSO_WM_UNIT_TYPE" val="i"/>
  <p:tag name="KSO_WM_UNIT_INDEX" val="3"/>
  <p:tag name="KSO_WM_UNIT_ID" val="mixed20202549_1*i*3"/>
  <p:tag name="KSO_WM_TEMPLATE_CATEGORY" val="mixed"/>
  <p:tag name="KSO_WM_TEMPLATE_INDEX" val="20202549"/>
  <p:tag name="KSO_WM_UNIT_LAYERLEVEL" val="1"/>
  <p:tag name="KSO_WM_TAG_VERSION" val="1.0"/>
  <p:tag name="KSO_WM_BEAUTIFY_FLAG" val="#wm#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333.xml><?xml version="1.0" encoding="utf-8"?>
<p:tagLst xmlns:p="http://schemas.openxmlformats.org/presentationml/2006/main">
  <p:tag name="KSO_WM_UNIT_TEXTBOXSTYLE_SHAPETYPE" val="1"/>
  <p:tag name="KSO_WM_UNIT_TEXTBOXSTYLE_ADJUSTLEFT" val="0_191.6372"/>
  <p:tag name="KSO_WM_UNIT_TEXTBOXSTYLE_ADJUSTTOP" val="0_282.0435"/>
  <p:tag name="KSO_WM_UNIT_TEXTBOXSTYLE_DECORATEINDEX" val="2"/>
  <p:tag name="KSO_WM_UNIT_HIGHLIGHT" val="0"/>
  <p:tag name="KSO_WM_UNIT_COMPATIBLE" val="0"/>
  <p:tag name="KSO_WM_UNIT_DIAGRAM_ISNUMVISUAL" val="0"/>
  <p:tag name="KSO_WM_UNIT_DIAGRAM_IS_NEED_ADD_PATH_ANIM" val="0"/>
  <p:tag name="KSO_WM_UNIT_DIAGRAM_ISREFERUNIT" val="0"/>
  <p:tag name="KSO_WM_UNIT_TYPE" val="i"/>
  <p:tag name="KSO_WM_UNIT_INDEX" val="4"/>
  <p:tag name="KSO_WM_UNIT_ID" val="mixed20202549_1*i*4"/>
  <p:tag name="KSO_WM_TEMPLATE_CATEGORY" val="mixed"/>
  <p:tag name="KSO_WM_TEMPLATE_INDEX" val="20202549"/>
  <p:tag name="KSO_WM_UNIT_LAYERLEVEL" val="1"/>
  <p:tag name="KSO_WM_TAG_VERSION" val="1.0"/>
  <p:tag name="KSO_WM_BEAUTIFY_FLAG" val="#wm#"/>
  <p:tag name="KSO_WM_UNIT_TEXTBOXSTYLE_GUID" val="{e502f06d-445a-40fe-97ac-597498de96fa}"/>
</p:tagLst>
</file>

<file path=ppt/tags/tag3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_NEED_ADD_PATH_ANIM" val="0"/>
  <p:tag name="KSO_WM_UNIT_DIAGRAM_ISREFERUNIT" val="0"/>
  <p:tag name="KSO_WM_UNIT_TYPE" val="i"/>
  <p:tag name="KSO_WM_UNIT_INDEX" val="5"/>
  <p:tag name="KSO_WM_UNIT_ID" val="mixed20202549_1*i*5"/>
  <p:tag name="KSO_WM_TEMPLATE_CATEGORY" val="mixed"/>
  <p:tag name="KSO_WM_TEMPLATE_INDEX" val="20202549"/>
  <p:tag name="KSO_WM_UNIT_LAYERLEVEL" val="1"/>
  <p:tag name="KSO_WM_TAG_VERSION" val="1.0"/>
  <p:tag name="KSO_WM_BEAUTIFY_FLAG" val="#wm#"/>
  <p:tag name="KSO_WM_UNIT_FILL_FORE_SCHEMECOLOR_INDEX_BRIGHTNESS" val="-0.15"/>
  <p:tag name="KSO_WM_UNIT_FILL_FORE_SCHEMECOLOR_INDEX" val="14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3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_NEED_ADD_PATH_ANIM" val="0"/>
  <p:tag name="KSO_WM_UNIT_DIAGRAM_ISREFERUNIT" val="0"/>
  <p:tag name="KSO_WM_UNIT_TYPE" val="i"/>
  <p:tag name="KSO_WM_UNIT_INDEX" val="6"/>
  <p:tag name="KSO_WM_UNIT_ID" val="mixed20202549_1*i*6"/>
  <p:tag name="KSO_WM_TEMPLATE_CATEGORY" val="mixed"/>
  <p:tag name="KSO_WM_TEMPLATE_INDEX" val="20202549"/>
  <p:tag name="KSO_WM_UNIT_LAYERLEVEL" val="1"/>
  <p:tag name="KSO_WM_TAG_VERSION" val="1.0"/>
  <p:tag name="KSO_WM_BEAUTIFY_FLAG" val="#wm#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336.xml><?xml version="1.0" encoding="utf-8"?>
<p:tagLst xmlns:p="http://schemas.openxmlformats.org/presentationml/2006/main">
  <p:tag name="KSO_WM_UNIT_TEXTBOXSTYLE_SHAPETYPE" val="1"/>
  <p:tag name="KSO_WM_UNIT_TEXTBOXSTYLE_ADJUSTLEFT" val="0_364.7264"/>
  <p:tag name="KSO_WM_UNIT_TEXTBOXSTYLE_ADJUSTTOP" val="0_282.0435"/>
  <p:tag name="KSO_WM_UNIT_TEXTBOXSTYLE_DECORATEINDEX" val="3"/>
  <p:tag name="KSO_WM_UNIT_HIGHLIGHT" val="0"/>
  <p:tag name="KSO_WM_UNIT_COMPATIBLE" val="0"/>
  <p:tag name="KSO_WM_UNIT_DIAGRAM_ISNUMVISUAL" val="0"/>
  <p:tag name="KSO_WM_UNIT_DIAGRAM_IS_NEED_ADD_PATH_ANIM" val="0"/>
  <p:tag name="KSO_WM_UNIT_DIAGRAM_ISREFERUNIT" val="0"/>
  <p:tag name="KSO_WM_UNIT_TYPE" val="i"/>
  <p:tag name="KSO_WM_UNIT_INDEX" val="7"/>
  <p:tag name="KSO_WM_UNIT_ID" val="mixed20202549_1*i*7"/>
  <p:tag name="KSO_WM_TEMPLATE_CATEGORY" val="mixed"/>
  <p:tag name="KSO_WM_TEMPLATE_INDEX" val="20202549"/>
  <p:tag name="KSO_WM_UNIT_LAYERLEVEL" val="1"/>
  <p:tag name="KSO_WM_TAG_VERSION" val="1.0"/>
  <p:tag name="KSO_WM_BEAUTIFY_FLAG" val="#wm#"/>
  <p:tag name="KSO_WM_UNIT_TEXTBOXSTYLE_GUID" val="{e502f06d-445a-40fe-97ac-597498de96fa}"/>
</p:tagLst>
</file>

<file path=ppt/tags/tag3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_NEED_ADD_PATH_ANIM" val="0"/>
  <p:tag name="KSO_WM_UNIT_DIAGRAM_ISREFERUNIT" val="0"/>
  <p:tag name="KSO_WM_UNIT_TYPE" val="i"/>
  <p:tag name="KSO_WM_UNIT_INDEX" val="8"/>
  <p:tag name="KSO_WM_UNIT_ID" val="mixed20202549_1*i*8"/>
  <p:tag name="KSO_WM_TEMPLATE_CATEGORY" val="mixed"/>
  <p:tag name="KSO_WM_TEMPLATE_INDEX" val="20202549"/>
  <p:tag name="KSO_WM_UNIT_LAYERLEVEL" val="1"/>
  <p:tag name="KSO_WM_TAG_VERSION" val="1.0"/>
  <p:tag name="KSO_WM_BEAUTIFY_FLAG" val="#wm#"/>
  <p:tag name="KSO_WM_UNIT_FILL_FORE_SCHEMECOLOR_INDEX_BRIGHTNESS" val="-0.15"/>
  <p:tag name="KSO_WM_UNIT_FILL_FORE_SCHEMECOLOR_INDEX" val="14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3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_NEED_ADD_PATH_ANIM" val="0"/>
  <p:tag name="KSO_WM_UNIT_DIAGRAM_ISREFERUNIT" val="0"/>
  <p:tag name="KSO_WM_UNIT_TYPE" val="i"/>
  <p:tag name="KSO_WM_UNIT_INDEX" val="9"/>
  <p:tag name="KSO_WM_UNIT_ID" val="mixed20202549_1*i*9"/>
  <p:tag name="KSO_WM_TEMPLATE_CATEGORY" val="mixed"/>
  <p:tag name="KSO_WM_TEMPLATE_INDEX" val="20202549"/>
  <p:tag name="KSO_WM_UNIT_LAYERLEVEL" val="1"/>
  <p:tag name="KSO_WM_TAG_VERSION" val="1.0"/>
  <p:tag name="KSO_WM_BEAUTIFY_FLAG" val="#wm#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339.xml><?xml version="1.0" encoding="utf-8"?>
<p:tagLst xmlns:p="http://schemas.openxmlformats.org/presentationml/2006/main">
  <p:tag name="KSO_WM_UNIT_TEXTBOXSTYLE_SHAPETYPE" val="1"/>
  <p:tag name="KSO_WM_UNIT_TEXTBOXSTYLE_ADJUSTLEFT" val="0_538.6006"/>
  <p:tag name="KSO_WM_UNIT_TEXTBOXSTYLE_ADJUSTTOP" val="0_282.0435"/>
  <p:tag name="KSO_WM_UNIT_TEXTBOXSTYLE_DECORATEINDEX" val="4"/>
  <p:tag name="KSO_WM_UNIT_HIGHLIGHT" val="0"/>
  <p:tag name="KSO_WM_UNIT_COMPATIBLE" val="0"/>
  <p:tag name="KSO_WM_UNIT_DIAGRAM_ISNUMVISUAL" val="0"/>
  <p:tag name="KSO_WM_UNIT_DIAGRAM_IS_NEED_ADD_PATH_ANIM" val="0"/>
  <p:tag name="KSO_WM_UNIT_DIAGRAM_ISREFERUNIT" val="0"/>
  <p:tag name="KSO_WM_UNIT_TYPE" val="i"/>
  <p:tag name="KSO_WM_UNIT_INDEX" val="10"/>
  <p:tag name="KSO_WM_UNIT_ID" val="mixed20202549_1*i*10"/>
  <p:tag name="KSO_WM_TEMPLATE_CATEGORY" val="mixed"/>
  <p:tag name="KSO_WM_TEMPLATE_INDEX" val="20202549"/>
  <p:tag name="KSO_WM_UNIT_LAYERLEVEL" val="1"/>
  <p:tag name="KSO_WM_TAG_VERSION" val="1.0"/>
  <p:tag name="KSO_WM_BEAUTIFY_FLAG" val="#wm#"/>
  <p:tag name="KSO_WM_UNIT_TEXTBOXSTYLE_GUID" val="{e502f06d-445a-40fe-97ac-597498de96fa}"/>
</p:tagLst>
</file>

<file path=ppt/tags/tag3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_NEED_ADD_PATH_ANIM" val="0"/>
  <p:tag name="KSO_WM_UNIT_DIAGRAM_ISREFERUNIT" val="0"/>
  <p:tag name="KSO_WM_UNIT_TYPE" val="i"/>
  <p:tag name="KSO_WM_UNIT_INDEX" val="11"/>
  <p:tag name="KSO_WM_UNIT_ID" val="mixed20202549_1*i*11"/>
  <p:tag name="KSO_WM_TEMPLATE_CATEGORY" val="mixed"/>
  <p:tag name="KSO_WM_TEMPLATE_INDEX" val="20202549"/>
  <p:tag name="KSO_WM_UNIT_LAYERLEVEL" val="1"/>
  <p:tag name="KSO_WM_TAG_VERSION" val="1.0"/>
  <p:tag name="KSO_WM_BEAUTIFY_FLAG" val="#wm#"/>
  <p:tag name="KSO_WM_UNIT_FILL_FORE_SCHEMECOLOR_INDEX_BRIGHTNESS" val="-0.15"/>
  <p:tag name="KSO_WM_UNIT_FILL_FORE_SCHEMECOLOR_INDEX" val="14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3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_NEED_ADD_PATH_ANIM" val="0"/>
  <p:tag name="KSO_WM_UNIT_DIAGRAM_ISREFERUNIT" val="0"/>
  <p:tag name="KSO_WM_UNIT_TYPE" val="i"/>
  <p:tag name="KSO_WM_UNIT_INDEX" val="12"/>
  <p:tag name="KSO_WM_UNIT_ID" val="mixed20202549_1*i*12"/>
  <p:tag name="KSO_WM_TEMPLATE_CATEGORY" val="mixed"/>
  <p:tag name="KSO_WM_TEMPLATE_INDEX" val="20202549"/>
  <p:tag name="KSO_WM_UNIT_LAYERLEVEL" val="1"/>
  <p:tag name="KSO_WM_TAG_VERSION" val="1.0"/>
  <p:tag name="KSO_WM_BEAUTIFY_FLAG" val="#wm#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342.xml><?xml version="1.0" encoding="utf-8"?>
<p:tagLst xmlns:p="http://schemas.openxmlformats.org/presentationml/2006/main">
  <p:tag name="KSO_WM_UNIT_TEXTBOXSTYLE_SHAPETYPE" val="0"/>
  <p:tag name="KSO_WM_UNIT_TEXTBOXSTYLE_TEMPLATETYPE" val="9"/>
  <p:tag name="KSO_WM_UNIT_PRESET_TEXT" val="我们能实现，图文排版，让我们能实现，图文排版，让图图片&#13;您的正文已经经简明扼要，字字珠玑。&#13;您的正文已经经简明扼要，字字珠玑。&#13;您的正文已经经简明扼要，字字珠玑。&#13;您的正文已经经简明扼要，字字珠玑。&#13;我们能实现，图文排版，让我们能实现，图文排版，让图图片"/>
  <p:tag name="KSO_WM_UNIT_NOCLEAR" val="1"/>
  <p:tag name="KSO_WM_UNIT_SHOW_EDIT_AREA_INDICATION" val="0"/>
  <p:tag name="KSO_WM_UNIT_VALUE" val="234"/>
  <p:tag name="KSO_WM_UNIT_HIGHLIGHT" val="0"/>
  <p:tag name="KSO_WM_UNIT_COMPATIBLE" val="0"/>
  <p:tag name="KSO_WM_UNIT_DIAGRAM_ISNUMVISUAL" val="0"/>
  <p:tag name="KSO_WM_UNIT_DIAGRAM_IS_NEED_ADD_PATH_ANIM" val="0"/>
  <p:tag name="KSO_WM_UNIT_DIAGRAM_ISREFERUNIT" val="0"/>
  <p:tag name="KSO_WM_UNIT_TYPE" val="f"/>
  <p:tag name="KSO_WM_UNIT_INDEX" val="1"/>
  <p:tag name="KSO_WM_UNIT_ID" val="mixed20202549_1*f*1"/>
  <p:tag name="KSO_WM_TEMPLATE_CATEGORY" val="mixed"/>
  <p:tag name="KSO_WM_TEMPLATE_INDEX" val="20202549"/>
  <p:tag name="KSO_WM_UNIT_LAYERLEVEL" val="1"/>
  <p:tag name="KSO_WM_TAG_VERSION" val="1.0"/>
  <p:tag name="KSO_WM_BEAUTIFY_FLAG" val="#wm#"/>
  <p:tag name="KSO_WM_UNIT_TEXTBOXSTYLE_GUID" val="{e502f06d-445a-40fe-97ac-597498de96fa}"/>
  <p:tag name="KSO_WM_UNIT_TEXTBOXSTYLE_TYPE" val="8"/>
</p:tagLst>
</file>

<file path=ppt/tags/tag343.xml><?xml version="1.0" encoding="utf-8"?>
<p:tagLst xmlns:p="http://schemas.openxmlformats.org/presentationml/2006/main">
  <p:tag name="KSO_WM_UNIT_FILL_FORE_SCHEMECOLOR_INDEX_BRIGHTNESS" val="0"/>
  <p:tag name="KSO_WM_UNIT_FILL_FORE_SCHEMECOLOR_INDEX" val="8"/>
  <p:tag name="KSO_WM_UNIT_FILL_TYPE" val="1"/>
</p:tagLst>
</file>

<file path=ppt/tags/tag344.xml><?xml version="1.0" encoding="utf-8"?>
<p:tagLst xmlns:p="http://schemas.openxmlformats.org/presentationml/2006/main">
  <p:tag name="KSO_WM_SLIDE_BK_DARK_LIGHT" val="2"/>
  <p:tag name="KSO_WM_SLIDE_BACKGROUND_TYPE" val="general"/>
</p:tagLst>
</file>

<file path=ppt/tags/tag345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UNIT_TYPE" val="i"/>
</p:tagLst>
</file>

<file path=ppt/tags/tag346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UNIT_FILL_FORE_SCHEMECOLOR_INDEX_BRIGHTNESS" val="0.6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347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UNIT_FILL_FORE_SCHEMECOLOR_INDEX_BRIGHTNESS" val="0.4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348.xml><?xml version="1.0" encoding="utf-8"?>
<p:tagLst xmlns:p="http://schemas.openxmlformats.org/presentationml/2006/main">
  <p:tag name="KSO_WM_UNIT_FILL_FORE_SCHEMECOLOR_INDEX_BRIGHTNESS" val="0"/>
  <p:tag name="KSO_WM_UNIT_FILL_FORE_SCHEMECOLOR_INDEX" val="6"/>
  <p:tag name="KSO_WM_UNIT_FILL_TYPE" val="1"/>
</p:tagLst>
</file>

<file path=ppt/tags/tag349.xml><?xml version="1.0" encoding="utf-8"?>
<p:tagLst xmlns:p="http://schemas.openxmlformats.org/presentationml/2006/main">
  <p:tag name="KSO_WM_DIAGRAM_VIRTUALLY_FRAME" val="{&quot;height&quot;:359.2799999999999,&quot;left&quot;:46.8,&quot;top&quot;:126,&quot;width&quot;:626.3999212598426}"/>
  <p:tag name="KSO_WM_UNIT_FILL_FORE_SCHEMECOLOR_INDEX_BRIGHTNESS" val="0"/>
  <p:tag name="KSO_WM_UNIT_FILL_FORE_SCHEMECOLOR_INDEX" val="5"/>
  <p:tag name="KSO_WM_UNIT_FILL_TYPE" val="1"/>
</p:tagLst>
</file>

<file path=ppt/tags/tag350.xml><?xml version="1.0" encoding="utf-8"?>
<p:tagLst xmlns:p="http://schemas.openxmlformats.org/presentationml/2006/main">
  <p:tag name="KSO_WM_DIAGRAM_VIRTUALLY_FRAME" val="{&quot;height&quot;:359.2799999999999,&quot;left&quot;:46.8,&quot;top&quot;:126,&quot;width&quot;:626.3999212598426}"/>
  <p:tag name="KSO_WM_UNIT_FILL_FORE_SCHEMECOLOR_INDEX_BRIGHTNESS" val="0"/>
  <p:tag name="KSO_WM_UNIT_FILL_FORE_SCHEMECOLOR_INDEX" val="5"/>
  <p:tag name="KSO_WM_UNIT_FILL_TYPE" val="1"/>
</p:tagLst>
</file>

<file path=ppt/tags/tag351.xml><?xml version="1.0" encoding="utf-8"?>
<p:tagLst xmlns:p="http://schemas.openxmlformats.org/presentationml/2006/main">
  <p:tag name="KSO_WM_DIAGRAM_VIRTUALLY_FRAME" val="{&quot;height&quot;:359.2799999999999,&quot;left&quot;:46.8,&quot;top&quot;:126,&quot;width&quot;:626.3999212598426}"/>
  <p:tag name="KSO_WM_UNIT_FILL_FORE_SCHEMECOLOR_INDEX_BRIGHTNESS" val="0"/>
  <p:tag name="KSO_WM_UNIT_FILL_FORE_SCHEMECOLOR_INDEX" val="5"/>
  <p:tag name="KSO_WM_UNIT_FILL_TYPE" val="1"/>
</p:tagLst>
</file>

<file path=ppt/tags/tag352.xml><?xml version="1.0" encoding="utf-8"?>
<p:tagLst xmlns:p="http://schemas.openxmlformats.org/presentationml/2006/main">
  <p:tag name="KSO_WM_DIAGRAM_VIRTUALLY_FRAME" val="{&quot;height&quot;:359.2799999999999,&quot;left&quot;:46.8,&quot;top&quot;:126,&quot;width&quot;:626.3999212598426}"/>
  <p:tag name="KSO_WM_UNIT_FILL_FORE_SCHEMECOLOR_INDEX_BRIGHTNESS" val="0"/>
  <p:tag name="KSO_WM_UNIT_FILL_FORE_SCHEMECOLOR_INDEX" val="5"/>
  <p:tag name="KSO_WM_UNIT_FILL_TYPE" val="1"/>
</p:tagLst>
</file>

<file path=ppt/tags/tag353.xml><?xml version="1.0" encoding="utf-8"?>
<p:tagLst xmlns:p="http://schemas.openxmlformats.org/presentationml/2006/main">
  <p:tag name="KSO_WM_SLIDE_BK_DARK_LIGHT" val="2"/>
  <p:tag name="KSO_WM_SLIDE_BACKGROUND_TYPE" val="general"/>
</p:tagLst>
</file>

<file path=ppt/tags/tag354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UNIT_TYPE" val="i"/>
</p:tagLst>
</file>

<file path=ppt/tags/tag355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UNIT_FILL_FORE_SCHEMECOLOR_INDEX_BRIGHTNESS" val="0.6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356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UNIT_FILL_FORE_SCHEMECOLOR_INDEX_BRIGHTNESS" val="0.4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357.xml><?xml version="1.0" encoding="utf-8"?>
<p:tagLst xmlns:p="http://schemas.openxmlformats.org/presentationml/2006/main">
  <p:tag name="KSO_WM_UNIT_FILL_FORE_SCHEMECOLOR_INDEX_BRIGHTNESS" val="0"/>
  <p:tag name="KSO_WM_UNIT_FILL_FORE_SCHEMECOLOR_INDEX" val="6"/>
  <p:tag name="KSO_WM_UNIT_FILL_TYPE" val="1"/>
</p:tagLst>
</file>

<file path=ppt/tags/tag358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359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360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361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362.xml><?xml version="1.0" encoding="utf-8"?>
<p:tagLst xmlns:p="http://schemas.openxmlformats.org/presentationml/2006/main">
  <p:tag name="KSO_WM_SLIDE_BK_DARK_LIGHT" val="2"/>
  <p:tag name="KSO_WM_SLIDE_BACKGROUND_TYPE" val="general"/>
</p:tagLst>
</file>

<file path=ppt/tags/tag363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UNIT_TYPE" val="i"/>
</p:tagLst>
</file>

<file path=ppt/tags/tag364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UNIT_FILL_FORE_SCHEMECOLOR_INDEX_BRIGHTNESS" val="0.6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365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UNIT_FILL_FORE_SCHEMECOLOR_INDEX_BRIGHTNESS" val="0.4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366.xml><?xml version="1.0" encoding="utf-8"?>
<p:tagLst xmlns:p="http://schemas.openxmlformats.org/presentationml/2006/main">
  <p:tag name="KSO_WM_UNIT_FILL_FORE_SCHEMECOLOR_INDEX_BRIGHTNESS" val="0"/>
  <p:tag name="KSO_WM_UNIT_FILL_FORE_SCHEMECOLOR_INDEX" val="6"/>
  <p:tag name="KSO_WM_UNIT_FILL_TYPE" val="1"/>
</p:tagLst>
</file>

<file path=ppt/tags/tag367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LINE_FORE_SCHEMECOLOR_INDEX_BRIGHTNESS" val="0"/>
  <p:tag name="KSO_WM_UNIT_LINE_FORE_SCHEMECOLOR_INDEX" val="6"/>
  <p:tag name="KSO_WM_UNIT_LINE_FILL_TYPE" val="2"/>
</p:tagLst>
</file>

<file path=ppt/tags/tag368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LINE_FORE_SCHEMECOLOR_INDEX_BRIGHTNESS" val="0"/>
  <p:tag name="KSO_WM_UNIT_LINE_FORE_SCHEMECOLOR_INDEX" val="6"/>
  <p:tag name="KSO_WM_UNIT_LINE_FILL_TYPE" val="2"/>
</p:tagLst>
</file>

<file path=ppt/tags/tag369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LINE_FORE_SCHEMECOLOR_INDEX_BRIGHTNESS" val="0"/>
  <p:tag name="KSO_WM_UNIT_LINE_FORE_SCHEMECOLOR_INDEX" val="6"/>
  <p:tag name="KSO_WM_UNIT_LINE_FILL_TYPE" val="2"/>
</p:tagLst>
</file>

<file path=ppt/tags/tag370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LINE_FORE_SCHEMECOLOR_INDEX_BRIGHTNESS" val="0"/>
  <p:tag name="KSO_WM_UNIT_LINE_FORE_SCHEMECOLOR_INDEX" val="6"/>
  <p:tag name="KSO_WM_UNIT_LINE_FILL_TYPE" val="2"/>
</p:tagLst>
</file>

<file path=ppt/tags/tag371.xml><?xml version="1.0" encoding="utf-8"?>
<p:tagLst xmlns:p="http://schemas.openxmlformats.org/presentationml/2006/main">
  <p:tag name="KSO_WM_UNIT_FILL_FORE_SCHEMECOLOR_INDEX_BRIGHTNESS" val="0"/>
  <p:tag name="KSO_WM_UNIT_FILL_FORE_SCHEMECOLOR_INDEX" val="8"/>
  <p:tag name="KSO_WM_UNIT_FILL_TYPE" val="1"/>
</p:tagLst>
</file>

<file path=ppt/tags/tag372.xml><?xml version="1.0" encoding="utf-8"?>
<p:tagLst xmlns:p="http://schemas.openxmlformats.org/presentationml/2006/main">
  <p:tag name="KSO_WM_SLIDE_BK_DARK_LIGHT" val="2"/>
  <p:tag name="KSO_WM_SLIDE_BACKGROUND_TYPE" val="general"/>
</p:tagLst>
</file>

<file path=ppt/tags/tag373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UNIT_TYPE" val="i"/>
</p:tagLst>
</file>

<file path=ppt/tags/tag374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UNIT_FILL_FORE_SCHEMECOLOR_INDEX_BRIGHTNESS" val="0.6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375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UNIT_FILL_FORE_SCHEMECOLOR_INDEX_BRIGHTNESS" val="0.4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376.xml><?xml version="1.0" encoding="utf-8"?>
<p:tagLst xmlns:p="http://schemas.openxmlformats.org/presentationml/2006/main">
  <p:tag name="KSO_WM_UNIT_FILL_FORE_SCHEMECOLOR_INDEX_BRIGHTNESS" val="0"/>
  <p:tag name="KSO_WM_UNIT_FILL_FORE_SCHEMECOLOR_INDEX" val="6"/>
  <p:tag name="KSO_WM_UNIT_FILL_TYPE" val="1"/>
</p:tagLst>
</file>

<file path=ppt/tags/tag377.xml><?xml version="1.0" encoding="utf-8"?>
<p:tagLst xmlns:p="http://schemas.openxmlformats.org/presentationml/2006/main">
  <p:tag name="KSO_WM_UNIT_TEXTBOXSTYLE_SHAPETYPE" val="1"/>
  <p:tag name="KSO_WM_UNIT_TEXTBOXSTYLE_ADJUSTLEFT" val="0_35.14552"/>
  <p:tag name="KSO_WM_UNIT_TEXTBOXSTYLE_ADJUSTTOP" val="0_282.0435"/>
  <p:tag name="KSO_WM_UNIT_TEXTBOXSTYLE_DECORATEINDEX" val="1"/>
  <p:tag name="KSO_WM_UNIT_HIGHLIGHT" val="0"/>
  <p:tag name="KSO_WM_UNIT_COMPATIBLE" val="0"/>
  <p:tag name="KSO_WM_UNIT_DIAGRAM_ISNUMVISUAL" val="0"/>
  <p:tag name="KSO_WM_UNIT_DIAGRAM_IS_NEED_ADD_PATH_ANIM" val="0"/>
  <p:tag name="KSO_WM_UNIT_DIAGRAM_ISREFERUNIT" val="0"/>
  <p:tag name="KSO_WM_UNIT_TYPE" val="i"/>
  <p:tag name="KSO_WM_UNIT_INDEX" val="1"/>
  <p:tag name="KSO_WM_UNIT_ID" val="mixed20202549_1*i*1"/>
  <p:tag name="KSO_WM_TEMPLATE_CATEGORY" val="mixed"/>
  <p:tag name="KSO_WM_TEMPLATE_INDEX" val="20202549"/>
  <p:tag name="KSO_WM_UNIT_LAYERLEVEL" val="1"/>
  <p:tag name="KSO_WM_TAG_VERSION" val="1.0"/>
  <p:tag name="KSO_WM_BEAUTIFY_FLAG" val="#wm#"/>
  <p:tag name="KSO_WM_UNIT_TEXTBOXSTYLE_GUID" val="{92858bf3-a575-4395-b20b-23b8d453d3f1}"/>
</p:tagLst>
</file>

<file path=ppt/tags/tag3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_NEED_ADD_PATH_ANIM" val="0"/>
  <p:tag name="KSO_WM_UNIT_DIAGRAM_ISREFERUNIT" val="0"/>
  <p:tag name="KSO_WM_UNIT_TYPE" val="i"/>
  <p:tag name="KSO_WM_UNIT_INDEX" val="2"/>
  <p:tag name="KSO_WM_UNIT_ID" val="mixed20202549_1*i*2"/>
  <p:tag name="KSO_WM_TEMPLATE_CATEGORY" val="mixed"/>
  <p:tag name="KSO_WM_TEMPLATE_INDEX" val="20202549"/>
  <p:tag name="KSO_WM_UNIT_LAYERLEVEL" val="1"/>
  <p:tag name="KSO_WM_TAG_VERSION" val="1.0"/>
  <p:tag name="KSO_WM_BEAUTIFY_FLAG" val="#wm#"/>
  <p:tag name="KSO_WM_UNIT_FILL_FORE_SCHEMECOLOR_INDEX_BRIGHTNESS" val="-0.15"/>
  <p:tag name="KSO_WM_UNIT_FILL_FORE_SCHEMECOLOR_INDEX" val="14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3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_NEED_ADD_PATH_ANIM" val="0"/>
  <p:tag name="KSO_WM_UNIT_DIAGRAM_ISREFERUNIT" val="0"/>
  <p:tag name="KSO_WM_UNIT_TYPE" val="i"/>
  <p:tag name="KSO_WM_UNIT_INDEX" val="3"/>
  <p:tag name="KSO_WM_UNIT_ID" val="mixed20202549_1*i*3"/>
  <p:tag name="KSO_WM_TEMPLATE_CATEGORY" val="mixed"/>
  <p:tag name="KSO_WM_TEMPLATE_INDEX" val="20202549"/>
  <p:tag name="KSO_WM_UNIT_LAYERLEVEL" val="1"/>
  <p:tag name="KSO_WM_TAG_VERSION" val="1.0"/>
  <p:tag name="KSO_WM_BEAUTIFY_FLAG" val="#wm#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380.xml><?xml version="1.0" encoding="utf-8"?>
<p:tagLst xmlns:p="http://schemas.openxmlformats.org/presentationml/2006/main">
  <p:tag name="KSO_WM_UNIT_TEXTBOXSTYLE_SHAPETYPE" val="1"/>
  <p:tag name="KSO_WM_UNIT_TEXTBOXSTYLE_ADJUSTLEFT" val="0_191.6372"/>
  <p:tag name="KSO_WM_UNIT_TEXTBOXSTYLE_ADJUSTTOP" val="0_282.0435"/>
  <p:tag name="KSO_WM_UNIT_TEXTBOXSTYLE_DECORATEINDEX" val="2"/>
  <p:tag name="KSO_WM_UNIT_HIGHLIGHT" val="0"/>
  <p:tag name="KSO_WM_UNIT_COMPATIBLE" val="0"/>
  <p:tag name="KSO_WM_UNIT_DIAGRAM_ISNUMVISUAL" val="0"/>
  <p:tag name="KSO_WM_UNIT_DIAGRAM_IS_NEED_ADD_PATH_ANIM" val="0"/>
  <p:tag name="KSO_WM_UNIT_DIAGRAM_ISREFERUNIT" val="0"/>
  <p:tag name="KSO_WM_UNIT_TYPE" val="i"/>
  <p:tag name="KSO_WM_UNIT_INDEX" val="4"/>
  <p:tag name="KSO_WM_UNIT_ID" val="mixed20202549_1*i*4"/>
  <p:tag name="KSO_WM_TEMPLATE_CATEGORY" val="mixed"/>
  <p:tag name="KSO_WM_TEMPLATE_INDEX" val="20202549"/>
  <p:tag name="KSO_WM_UNIT_LAYERLEVEL" val="1"/>
  <p:tag name="KSO_WM_TAG_VERSION" val="1.0"/>
  <p:tag name="KSO_WM_BEAUTIFY_FLAG" val="#wm#"/>
  <p:tag name="KSO_WM_UNIT_TEXTBOXSTYLE_GUID" val="{92858bf3-a575-4395-b20b-23b8d453d3f1}"/>
</p:tagLst>
</file>

<file path=ppt/tags/tag3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_NEED_ADD_PATH_ANIM" val="0"/>
  <p:tag name="KSO_WM_UNIT_DIAGRAM_ISREFERUNIT" val="0"/>
  <p:tag name="KSO_WM_UNIT_TYPE" val="i"/>
  <p:tag name="KSO_WM_UNIT_INDEX" val="5"/>
  <p:tag name="KSO_WM_UNIT_ID" val="mixed20202549_1*i*5"/>
  <p:tag name="KSO_WM_TEMPLATE_CATEGORY" val="mixed"/>
  <p:tag name="KSO_WM_TEMPLATE_INDEX" val="20202549"/>
  <p:tag name="KSO_WM_UNIT_LAYERLEVEL" val="1"/>
  <p:tag name="KSO_WM_TAG_VERSION" val="1.0"/>
  <p:tag name="KSO_WM_BEAUTIFY_FLAG" val="#wm#"/>
  <p:tag name="KSO_WM_UNIT_FILL_FORE_SCHEMECOLOR_INDEX_BRIGHTNESS" val="-0.15"/>
  <p:tag name="KSO_WM_UNIT_FILL_FORE_SCHEMECOLOR_INDEX" val="14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3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_NEED_ADD_PATH_ANIM" val="0"/>
  <p:tag name="KSO_WM_UNIT_DIAGRAM_ISREFERUNIT" val="0"/>
  <p:tag name="KSO_WM_UNIT_TYPE" val="i"/>
  <p:tag name="KSO_WM_UNIT_INDEX" val="6"/>
  <p:tag name="KSO_WM_UNIT_ID" val="mixed20202549_1*i*6"/>
  <p:tag name="KSO_WM_TEMPLATE_CATEGORY" val="mixed"/>
  <p:tag name="KSO_WM_TEMPLATE_INDEX" val="20202549"/>
  <p:tag name="KSO_WM_UNIT_LAYERLEVEL" val="1"/>
  <p:tag name="KSO_WM_TAG_VERSION" val="1.0"/>
  <p:tag name="KSO_WM_BEAUTIFY_FLAG" val="#wm#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383.xml><?xml version="1.0" encoding="utf-8"?>
<p:tagLst xmlns:p="http://schemas.openxmlformats.org/presentationml/2006/main">
  <p:tag name="KSO_WM_UNIT_TEXTBOXSTYLE_SHAPETYPE" val="1"/>
  <p:tag name="KSO_WM_UNIT_TEXTBOXSTYLE_ADJUSTLEFT" val="0_364.7264"/>
  <p:tag name="KSO_WM_UNIT_TEXTBOXSTYLE_ADJUSTTOP" val="0_282.0435"/>
  <p:tag name="KSO_WM_UNIT_TEXTBOXSTYLE_DECORATEINDEX" val="3"/>
  <p:tag name="KSO_WM_UNIT_HIGHLIGHT" val="0"/>
  <p:tag name="KSO_WM_UNIT_COMPATIBLE" val="0"/>
  <p:tag name="KSO_WM_UNIT_DIAGRAM_ISNUMVISUAL" val="0"/>
  <p:tag name="KSO_WM_UNIT_DIAGRAM_IS_NEED_ADD_PATH_ANIM" val="0"/>
  <p:tag name="KSO_WM_UNIT_DIAGRAM_ISREFERUNIT" val="0"/>
  <p:tag name="KSO_WM_UNIT_TYPE" val="i"/>
  <p:tag name="KSO_WM_UNIT_INDEX" val="7"/>
  <p:tag name="KSO_WM_UNIT_ID" val="mixed20202549_1*i*7"/>
  <p:tag name="KSO_WM_TEMPLATE_CATEGORY" val="mixed"/>
  <p:tag name="KSO_WM_TEMPLATE_INDEX" val="20202549"/>
  <p:tag name="KSO_WM_UNIT_LAYERLEVEL" val="1"/>
  <p:tag name="KSO_WM_TAG_VERSION" val="1.0"/>
  <p:tag name="KSO_WM_BEAUTIFY_FLAG" val="#wm#"/>
  <p:tag name="KSO_WM_UNIT_TEXTBOXSTYLE_GUID" val="{92858bf3-a575-4395-b20b-23b8d453d3f1}"/>
</p:tagLst>
</file>

<file path=ppt/tags/tag3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_NEED_ADD_PATH_ANIM" val="0"/>
  <p:tag name="KSO_WM_UNIT_DIAGRAM_ISREFERUNIT" val="0"/>
  <p:tag name="KSO_WM_UNIT_TYPE" val="i"/>
  <p:tag name="KSO_WM_UNIT_INDEX" val="8"/>
  <p:tag name="KSO_WM_UNIT_ID" val="mixed20202549_1*i*8"/>
  <p:tag name="KSO_WM_TEMPLATE_CATEGORY" val="mixed"/>
  <p:tag name="KSO_WM_TEMPLATE_INDEX" val="20202549"/>
  <p:tag name="KSO_WM_UNIT_LAYERLEVEL" val="1"/>
  <p:tag name="KSO_WM_TAG_VERSION" val="1.0"/>
  <p:tag name="KSO_WM_BEAUTIFY_FLAG" val="#wm#"/>
  <p:tag name="KSO_WM_UNIT_FILL_FORE_SCHEMECOLOR_INDEX_BRIGHTNESS" val="-0.15"/>
  <p:tag name="KSO_WM_UNIT_FILL_FORE_SCHEMECOLOR_INDEX" val="14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3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_NEED_ADD_PATH_ANIM" val="0"/>
  <p:tag name="KSO_WM_UNIT_DIAGRAM_ISREFERUNIT" val="0"/>
  <p:tag name="KSO_WM_UNIT_TYPE" val="i"/>
  <p:tag name="KSO_WM_UNIT_INDEX" val="9"/>
  <p:tag name="KSO_WM_UNIT_ID" val="mixed20202549_1*i*9"/>
  <p:tag name="KSO_WM_TEMPLATE_CATEGORY" val="mixed"/>
  <p:tag name="KSO_WM_TEMPLATE_INDEX" val="20202549"/>
  <p:tag name="KSO_WM_UNIT_LAYERLEVEL" val="1"/>
  <p:tag name="KSO_WM_TAG_VERSION" val="1.0"/>
  <p:tag name="KSO_WM_BEAUTIFY_FLAG" val="#wm#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386.xml><?xml version="1.0" encoding="utf-8"?>
<p:tagLst xmlns:p="http://schemas.openxmlformats.org/presentationml/2006/main">
  <p:tag name="KSO_WM_UNIT_TEXTBOXSTYLE_SHAPETYPE" val="1"/>
  <p:tag name="KSO_WM_UNIT_TEXTBOXSTYLE_ADJUSTLEFT" val="0_538.6006"/>
  <p:tag name="KSO_WM_UNIT_TEXTBOXSTYLE_ADJUSTTOP" val="0_282.0435"/>
  <p:tag name="KSO_WM_UNIT_TEXTBOXSTYLE_DECORATEINDEX" val="4"/>
  <p:tag name="KSO_WM_UNIT_HIGHLIGHT" val="0"/>
  <p:tag name="KSO_WM_UNIT_COMPATIBLE" val="0"/>
  <p:tag name="KSO_WM_UNIT_DIAGRAM_ISNUMVISUAL" val="0"/>
  <p:tag name="KSO_WM_UNIT_DIAGRAM_IS_NEED_ADD_PATH_ANIM" val="0"/>
  <p:tag name="KSO_WM_UNIT_DIAGRAM_ISREFERUNIT" val="0"/>
  <p:tag name="KSO_WM_UNIT_TYPE" val="i"/>
  <p:tag name="KSO_WM_UNIT_INDEX" val="10"/>
  <p:tag name="KSO_WM_UNIT_ID" val="mixed20202549_1*i*10"/>
  <p:tag name="KSO_WM_TEMPLATE_CATEGORY" val="mixed"/>
  <p:tag name="KSO_WM_TEMPLATE_INDEX" val="20202549"/>
  <p:tag name="KSO_WM_UNIT_LAYERLEVEL" val="1"/>
  <p:tag name="KSO_WM_TAG_VERSION" val="1.0"/>
  <p:tag name="KSO_WM_BEAUTIFY_FLAG" val="#wm#"/>
  <p:tag name="KSO_WM_UNIT_TEXTBOXSTYLE_GUID" val="{92858bf3-a575-4395-b20b-23b8d453d3f1}"/>
</p:tagLst>
</file>

<file path=ppt/tags/tag3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_NEED_ADD_PATH_ANIM" val="0"/>
  <p:tag name="KSO_WM_UNIT_DIAGRAM_ISREFERUNIT" val="0"/>
  <p:tag name="KSO_WM_UNIT_TYPE" val="i"/>
  <p:tag name="KSO_WM_UNIT_INDEX" val="11"/>
  <p:tag name="KSO_WM_UNIT_ID" val="mixed20202549_1*i*11"/>
  <p:tag name="KSO_WM_TEMPLATE_CATEGORY" val="mixed"/>
  <p:tag name="KSO_WM_TEMPLATE_INDEX" val="20202549"/>
  <p:tag name="KSO_WM_UNIT_LAYERLEVEL" val="1"/>
  <p:tag name="KSO_WM_TAG_VERSION" val="1.0"/>
  <p:tag name="KSO_WM_BEAUTIFY_FLAG" val="#wm#"/>
  <p:tag name="KSO_WM_UNIT_FILL_FORE_SCHEMECOLOR_INDEX_BRIGHTNESS" val="-0.15"/>
  <p:tag name="KSO_WM_UNIT_FILL_FORE_SCHEMECOLOR_INDEX" val="14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3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_NEED_ADD_PATH_ANIM" val="0"/>
  <p:tag name="KSO_WM_UNIT_DIAGRAM_ISREFERUNIT" val="0"/>
  <p:tag name="KSO_WM_UNIT_TYPE" val="i"/>
  <p:tag name="KSO_WM_UNIT_INDEX" val="12"/>
  <p:tag name="KSO_WM_UNIT_ID" val="mixed20202549_1*i*12"/>
  <p:tag name="KSO_WM_TEMPLATE_CATEGORY" val="mixed"/>
  <p:tag name="KSO_WM_TEMPLATE_INDEX" val="20202549"/>
  <p:tag name="KSO_WM_UNIT_LAYERLEVEL" val="1"/>
  <p:tag name="KSO_WM_TAG_VERSION" val="1.0"/>
  <p:tag name="KSO_WM_BEAUTIFY_FLAG" val="#wm#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389.xml><?xml version="1.0" encoding="utf-8"?>
<p:tagLst xmlns:p="http://schemas.openxmlformats.org/presentationml/2006/main">
  <p:tag name="KSO_WM_UNIT_TEXTBOXSTYLE_SHAPETYPE" val="1"/>
  <p:tag name="KSO_WM_UNIT_TEXTBOXSTYLE_ADJUSTLEFT" val="0_699.1742"/>
  <p:tag name="KSO_WM_UNIT_TEXTBOXSTYLE_ADJUSTTOP" val="0_282.0435"/>
  <p:tag name="KSO_WM_UNIT_TEXTBOXSTYLE_DECORATEINDEX" val="5"/>
  <p:tag name="KSO_WM_UNIT_HIGHLIGHT" val="0"/>
  <p:tag name="KSO_WM_UNIT_COMPATIBLE" val="0"/>
  <p:tag name="KSO_WM_UNIT_DIAGRAM_ISNUMVISUAL" val="0"/>
  <p:tag name="KSO_WM_UNIT_DIAGRAM_IS_NEED_ADD_PATH_ANIM" val="0"/>
  <p:tag name="KSO_WM_UNIT_DIAGRAM_ISREFERUNIT" val="0"/>
  <p:tag name="KSO_WM_UNIT_TYPE" val="i"/>
  <p:tag name="KSO_WM_UNIT_INDEX" val="13"/>
  <p:tag name="KSO_WM_UNIT_ID" val="mixed20202549_1*i*13"/>
  <p:tag name="KSO_WM_TEMPLATE_CATEGORY" val="mixed"/>
  <p:tag name="KSO_WM_TEMPLATE_INDEX" val="20202549"/>
  <p:tag name="KSO_WM_UNIT_LAYERLEVEL" val="1"/>
  <p:tag name="KSO_WM_TAG_VERSION" val="1.0"/>
  <p:tag name="KSO_WM_BEAUTIFY_FLAG" val="#wm#"/>
  <p:tag name="KSO_WM_UNIT_TEXTBOXSTYLE_GUID" val="{92858bf3-a575-4395-b20b-23b8d453d3f1}"/>
</p:tagLst>
</file>

<file path=ppt/tags/tag3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_NEED_ADD_PATH_ANIM" val="0"/>
  <p:tag name="KSO_WM_UNIT_DIAGRAM_ISREFERUNIT" val="0"/>
  <p:tag name="KSO_WM_UNIT_TYPE" val="i"/>
  <p:tag name="KSO_WM_UNIT_INDEX" val="14"/>
  <p:tag name="KSO_WM_UNIT_ID" val="mixed20202549_1*i*14"/>
  <p:tag name="KSO_WM_TEMPLATE_CATEGORY" val="mixed"/>
  <p:tag name="KSO_WM_TEMPLATE_INDEX" val="20202549"/>
  <p:tag name="KSO_WM_UNIT_LAYERLEVEL" val="1"/>
  <p:tag name="KSO_WM_TAG_VERSION" val="1.0"/>
  <p:tag name="KSO_WM_BEAUTIFY_FLAG" val="#wm#"/>
  <p:tag name="KSO_WM_UNIT_FILL_FORE_SCHEMECOLOR_INDEX_BRIGHTNESS" val="-0.15"/>
  <p:tag name="KSO_WM_UNIT_FILL_FORE_SCHEMECOLOR_INDEX" val="14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3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_NEED_ADD_PATH_ANIM" val="0"/>
  <p:tag name="KSO_WM_UNIT_DIAGRAM_ISREFERUNIT" val="0"/>
  <p:tag name="KSO_WM_UNIT_TYPE" val="i"/>
  <p:tag name="KSO_WM_UNIT_INDEX" val="15"/>
  <p:tag name="KSO_WM_UNIT_ID" val="mixed20202549_1*i*15"/>
  <p:tag name="KSO_WM_TEMPLATE_CATEGORY" val="mixed"/>
  <p:tag name="KSO_WM_TEMPLATE_INDEX" val="20202549"/>
  <p:tag name="KSO_WM_UNIT_LAYERLEVEL" val="1"/>
  <p:tag name="KSO_WM_TAG_VERSION" val="1.0"/>
  <p:tag name="KSO_WM_BEAUTIFY_FLAG" val="#wm#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392.xml><?xml version="1.0" encoding="utf-8"?>
<p:tagLst xmlns:p="http://schemas.openxmlformats.org/presentationml/2006/main">
  <p:tag name="KSO_WM_UNIT_TEXTBOXSTYLE_SHAPETYPE" val="0"/>
  <p:tag name="KSO_WM_UNIT_TEXTBOXSTYLE_TEMPLATETYPE" val="9"/>
  <p:tag name="KSO_WM_UNIT_PRESET_TEXT" val="我们能实现，图文排版，让我们能实现，图文排版，让图图片&#13;您的正文已经经简明扼要，字字珠玑。&#13;您的正文已经经简明扼要，字字珠玑。&#13;您的正文已经经简明扼要，字字珠玑。&#13;您的正文已经经简明扼要，字字珠玑。&#13;我们能实现，图文排版，让我们能实现，图文排版，让图图片"/>
  <p:tag name="KSO_WM_UNIT_NOCLEAR" val="1"/>
  <p:tag name="KSO_WM_UNIT_SHOW_EDIT_AREA_INDICATION" val="0"/>
  <p:tag name="KSO_WM_UNIT_VALUE" val="234"/>
  <p:tag name="KSO_WM_UNIT_HIGHLIGHT" val="0"/>
  <p:tag name="KSO_WM_UNIT_COMPATIBLE" val="0"/>
  <p:tag name="KSO_WM_UNIT_DIAGRAM_ISNUMVISUAL" val="0"/>
  <p:tag name="KSO_WM_UNIT_DIAGRAM_IS_NEED_ADD_PATH_ANIM" val="0"/>
  <p:tag name="KSO_WM_UNIT_DIAGRAM_ISREFERUNIT" val="0"/>
  <p:tag name="KSO_WM_UNIT_TYPE" val="f"/>
  <p:tag name="KSO_WM_UNIT_INDEX" val="1"/>
  <p:tag name="KSO_WM_UNIT_ID" val="mixed20202549_1*f*1"/>
  <p:tag name="KSO_WM_TEMPLATE_CATEGORY" val="mixed"/>
  <p:tag name="KSO_WM_TEMPLATE_INDEX" val="20202549"/>
  <p:tag name="KSO_WM_UNIT_LAYERLEVEL" val="1"/>
  <p:tag name="KSO_WM_TAG_VERSION" val="1.0"/>
  <p:tag name="KSO_WM_BEAUTIFY_FLAG" val="#wm#"/>
  <p:tag name="KSO_WM_UNIT_TEXTBOXSTYLE_GUID" val="{92858bf3-a575-4395-b20b-23b8d453d3f1}"/>
  <p:tag name="KSO_WM_UNIT_TEXTBOXSTYLE_TYPE" val="8"/>
</p:tagLst>
</file>

<file path=ppt/tags/tag393.xml><?xml version="1.0" encoding="utf-8"?>
<p:tagLst xmlns:p="http://schemas.openxmlformats.org/presentationml/2006/main">
  <p:tag name="KSO_WM_SLIDE_BK_DARK_LIGHT" val="2"/>
  <p:tag name="KSO_WM_SLIDE_BACKGROUND_TYPE" val="general"/>
</p:tagLst>
</file>

<file path=ppt/tags/tag394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UNIT_TYPE" val="i"/>
</p:tagLst>
</file>

<file path=ppt/tags/tag395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UNIT_FILL_FORE_SCHEMECOLOR_INDEX_BRIGHTNESS" val="0.6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396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UNIT_FILL_FORE_SCHEMECOLOR_INDEX_BRIGHTNESS" val="0.4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397.xml><?xml version="1.0" encoding="utf-8"?>
<p:tagLst xmlns:p="http://schemas.openxmlformats.org/presentationml/2006/main">
  <p:tag name="KSO_WM_UNIT_FILL_FORE_SCHEMECOLOR_INDEX_BRIGHTNESS" val="0"/>
  <p:tag name="KSO_WM_UNIT_FILL_FORE_SCHEMECOLOR_INDEX" val="6"/>
  <p:tag name="KSO_WM_UNIT_FILL_TYPE" val="1"/>
</p:tagLst>
</file>

<file path=ppt/tags/tag398.xml><?xml version="1.0" encoding="utf-8"?>
<p:tagLst xmlns:p="http://schemas.openxmlformats.org/presentationml/2006/main">
  <p:tag name="KSO_WM_UNIT_TEXTBOXSTYLE_SHAPETYPE" val="1"/>
  <p:tag name="KSO_WM_UNIT_TEXTBOXSTYLE_ADJUSTLEFT" val="0_35.14552"/>
  <p:tag name="KSO_WM_UNIT_TEXTBOXSTYLE_ADJUSTTOP" val="0_282.0435"/>
  <p:tag name="KSO_WM_UNIT_TEXTBOXSTYLE_DECORATEINDEX" val="1"/>
  <p:tag name="KSO_WM_UNIT_HIGHLIGHT" val="0"/>
  <p:tag name="KSO_WM_UNIT_COMPATIBLE" val="0"/>
  <p:tag name="KSO_WM_UNIT_DIAGRAM_ISNUMVISUAL" val="0"/>
  <p:tag name="KSO_WM_UNIT_DIAGRAM_IS_NEED_ADD_PATH_ANIM" val="0"/>
  <p:tag name="KSO_WM_UNIT_DIAGRAM_ISREFERUNIT" val="0"/>
  <p:tag name="KSO_WM_UNIT_TYPE" val="i"/>
  <p:tag name="KSO_WM_UNIT_INDEX" val="1"/>
  <p:tag name="KSO_WM_UNIT_ID" val="mixed20202549_1*i*1"/>
  <p:tag name="KSO_WM_TEMPLATE_CATEGORY" val="mixed"/>
  <p:tag name="KSO_WM_TEMPLATE_INDEX" val="20202549"/>
  <p:tag name="KSO_WM_UNIT_LAYERLEVEL" val="1"/>
  <p:tag name="KSO_WM_TAG_VERSION" val="1.0"/>
  <p:tag name="KSO_WM_BEAUTIFY_FLAG" val="#wm#"/>
  <p:tag name="KSO_WM_UNIT_TEXTBOXSTYLE_GUID" val="{e3f1a6b0-bee9-47ac-ba88-0460dda9f71e}"/>
</p:tagLst>
</file>

<file path=ppt/tags/tag3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_NEED_ADD_PATH_ANIM" val="0"/>
  <p:tag name="KSO_WM_UNIT_DIAGRAM_ISREFERUNIT" val="0"/>
  <p:tag name="KSO_WM_UNIT_TYPE" val="i"/>
  <p:tag name="KSO_WM_UNIT_INDEX" val="2"/>
  <p:tag name="KSO_WM_UNIT_ID" val="mixed20202549_1*i*2"/>
  <p:tag name="KSO_WM_TEMPLATE_CATEGORY" val="mixed"/>
  <p:tag name="KSO_WM_TEMPLATE_INDEX" val="20202549"/>
  <p:tag name="KSO_WM_UNIT_LAYERLEVEL" val="1"/>
  <p:tag name="KSO_WM_TAG_VERSION" val="1.0"/>
  <p:tag name="KSO_WM_BEAUTIFY_FLAG" val="#wm#"/>
  <p:tag name="KSO_WM_UNIT_FILL_FORE_SCHEMECOLOR_INDEX_BRIGHTNESS" val="-0.15"/>
  <p:tag name="KSO_WM_UNIT_FILL_FORE_SCHEMECOLOR_INDEX" val="14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4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_NEED_ADD_PATH_ANIM" val="0"/>
  <p:tag name="KSO_WM_UNIT_DIAGRAM_ISREFERUNIT" val="0"/>
  <p:tag name="KSO_WM_UNIT_TYPE" val="i"/>
  <p:tag name="KSO_WM_UNIT_INDEX" val="3"/>
  <p:tag name="KSO_WM_UNIT_ID" val="mixed20202549_1*i*3"/>
  <p:tag name="KSO_WM_TEMPLATE_CATEGORY" val="mixed"/>
  <p:tag name="KSO_WM_TEMPLATE_INDEX" val="20202549"/>
  <p:tag name="KSO_WM_UNIT_LAYERLEVEL" val="1"/>
  <p:tag name="KSO_WM_TAG_VERSION" val="1.0"/>
  <p:tag name="KSO_WM_BEAUTIFY_FLAG" val="#wm#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401.xml><?xml version="1.0" encoding="utf-8"?>
<p:tagLst xmlns:p="http://schemas.openxmlformats.org/presentationml/2006/main">
  <p:tag name="KSO_WM_UNIT_TEXTBOXSTYLE_SHAPETYPE" val="1"/>
  <p:tag name="KSO_WM_UNIT_TEXTBOXSTYLE_ADJUSTLEFT" val="0_191.6372"/>
  <p:tag name="KSO_WM_UNIT_TEXTBOXSTYLE_ADJUSTTOP" val="0_282.0435"/>
  <p:tag name="KSO_WM_UNIT_TEXTBOXSTYLE_DECORATEINDEX" val="2"/>
  <p:tag name="KSO_WM_UNIT_HIGHLIGHT" val="0"/>
  <p:tag name="KSO_WM_UNIT_COMPATIBLE" val="0"/>
  <p:tag name="KSO_WM_UNIT_DIAGRAM_ISNUMVISUAL" val="0"/>
  <p:tag name="KSO_WM_UNIT_DIAGRAM_IS_NEED_ADD_PATH_ANIM" val="0"/>
  <p:tag name="KSO_WM_UNIT_DIAGRAM_ISREFERUNIT" val="0"/>
  <p:tag name="KSO_WM_UNIT_TYPE" val="i"/>
  <p:tag name="KSO_WM_UNIT_INDEX" val="4"/>
  <p:tag name="KSO_WM_UNIT_ID" val="mixed20202549_1*i*4"/>
  <p:tag name="KSO_WM_TEMPLATE_CATEGORY" val="mixed"/>
  <p:tag name="KSO_WM_TEMPLATE_INDEX" val="20202549"/>
  <p:tag name="KSO_WM_UNIT_LAYERLEVEL" val="1"/>
  <p:tag name="KSO_WM_TAG_VERSION" val="1.0"/>
  <p:tag name="KSO_WM_BEAUTIFY_FLAG" val="#wm#"/>
  <p:tag name="KSO_WM_UNIT_TEXTBOXSTYLE_GUID" val="{e3f1a6b0-bee9-47ac-ba88-0460dda9f71e}"/>
</p:tagLst>
</file>

<file path=ppt/tags/tag4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_NEED_ADD_PATH_ANIM" val="0"/>
  <p:tag name="KSO_WM_UNIT_DIAGRAM_ISREFERUNIT" val="0"/>
  <p:tag name="KSO_WM_UNIT_TYPE" val="i"/>
  <p:tag name="KSO_WM_UNIT_INDEX" val="5"/>
  <p:tag name="KSO_WM_UNIT_ID" val="mixed20202549_1*i*5"/>
  <p:tag name="KSO_WM_TEMPLATE_CATEGORY" val="mixed"/>
  <p:tag name="KSO_WM_TEMPLATE_INDEX" val="20202549"/>
  <p:tag name="KSO_WM_UNIT_LAYERLEVEL" val="1"/>
  <p:tag name="KSO_WM_TAG_VERSION" val="1.0"/>
  <p:tag name="KSO_WM_BEAUTIFY_FLAG" val="#wm#"/>
  <p:tag name="KSO_WM_UNIT_FILL_FORE_SCHEMECOLOR_INDEX_BRIGHTNESS" val="-0.15"/>
  <p:tag name="KSO_WM_UNIT_FILL_FORE_SCHEMECOLOR_INDEX" val="14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4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_NEED_ADD_PATH_ANIM" val="0"/>
  <p:tag name="KSO_WM_UNIT_DIAGRAM_ISREFERUNIT" val="0"/>
  <p:tag name="KSO_WM_UNIT_TYPE" val="i"/>
  <p:tag name="KSO_WM_UNIT_INDEX" val="6"/>
  <p:tag name="KSO_WM_UNIT_ID" val="mixed20202549_1*i*6"/>
  <p:tag name="KSO_WM_TEMPLATE_CATEGORY" val="mixed"/>
  <p:tag name="KSO_WM_TEMPLATE_INDEX" val="20202549"/>
  <p:tag name="KSO_WM_UNIT_LAYERLEVEL" val="1"/>
  <p:tag name="KSO_WM_TAG_VERSION" val="1.0"/>
  <p:tag name="KSO_WM_BEAUTIFY_FLAG" val="#wm#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404.xml><?xml version="1.0" encoding="utf-8"?>
<p:tagLst xmlns:p="http://schemas.openxmlformats.org/presentationml/2006/main">
  <p:tag name="KSO_WM_UNIT_TEXTBOXSTYLE_SHAPETYPE" val="1"/>
  <p:tag name="KSO_WM_UNIT_TEXTBOXSTYLE_ADJUSTLEFT" val="0_364.7264"/>
  <p:tag name="KSO_WM_UNIT_TEXTBOXSTYLE_ADJUSTTOP" val="0_282.0435"/>
  <p:tag name="KSO_WM_UNIT_TEXTBOXSTYLE_DECORATEINDEX" val="3"/>
  <p:tag name="KSO_WM_UNIT_HIGHLIGHT" val="0"/>
  <p:tag name="KSO_WM_UNIT_COMPATIBLE" val="0"/>
  <p:tag name="KSO_WM_UNIT_DIAGRAM_ISNUMVISUAL" val="0"/>
  <p:tag name="KSO_WM_UNIT_DIAGRAM_IS_NEED_ADD_PATH_ANIM" val="0"/>
  <p:tag name="KSO_WM_UNIT_DIAGRAM_ISREFERUNIT" val="0"/>
  <p:tag name="KSO_WM_UNIT_TYPE" val="i"/>
  <p:tag name="KSO_WM_UNIT_INDEX" val="7"/>
  <p:tag name="KSO_WM_UNIT_ID" val="mixed20202549_1*i*7"/>
  <p:tag name="KSO_WM_TEMPLATE_CATEGORY" val="mixed"/>
  <p:tag name="KSO_WM_TEMPLATE_INDEX" val="20202549"/>
  <p:tag name="KSO_WM_UNIT_LAYERLEVEL" val="1"/>
  <p:tag name="KSO_WM_TAG_VERSION" val="1.0"/>
  <p:tag name="KSO_WM_BEAUTIFY_FLAG" val="#wm#"/>
  <p:tag name="KSO_WM_UNIT_TEXTBOXSTYLE_GUID" val="{e3f1a6b0-bee9-47ac-ba88-0460dda9f71e}"/>
</p:tagLst>
</file>

<file path=ppt/tags/tag4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_NEED_ADD_PATH_ANIM" val="0"/>
  <p:tag name="KSO_WM_UNIT_DIAGRAM_ISREFERUNIT" val="0"/>
  <p:tag name="KSO_WM_UNIT_TYPE" val="i"/>
  <p:tag name="KSO_WM_UNIT_INDEX" val="8"/>
  <p:tag name="KSO_WM_UNIT_ID" val="mixed20202549_1*i*8"/>
  <p:tag name="KSO_WM_TEMPLATE_CATEGORY" val="mixed"/>
  <p:tag name="KSO_WM_TEMPLATE_INDEX" val="20202549"/>
  <p:tag name="KSO_WM_UNIT_LAYERLEVEL" val="1"/>
  <p:tag name="KSO_WM_TAG_VERSION" val="1.0"/>
  <p:tag name="KSO_WM_BEAUTIFY_FLAG" val="#wm#"/>
  <p:tag name="KSO_WM_UNIT_FILL_FORE_SCHEMECOLOR_INDEX_BRIGHTNESS" val="-0.15"/>
  <p:tag name="KSO_WM_UNIT_FILL_FORE_SCHEMECOLOR_INDEX" val="14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4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_NEED_ADD_PATH_ANIM" val="0"/>
  <p:tag name="KSO_WM_UNIT_DIAGRAM_ISREFERUNIT" val="0"/>
  <p:tag name="KSO_WM_UNIT_TYPE" val="i"/>
  <p:tag name="KSO_WM_UNIT_INDEX" val="9"/>
  <p:tag name="KSO_WM_UNIT_ID" val="mixed20202549_1*i*9"/>
  <p:tag name="KSO_WM_TEMPLATE_CATEGORY" val="mixed"/>
  <p:tag name="KSO_WM_TEMPLATE_INDEX" val="20202549"/>
  <p:tag name="KSO_WM_UNIT_LAYERLEVEL" val="1"/>
  <p:tag name="KSO_WM_TAG_VERSION" val="1.0"/>
  <p:tag name="KSO_WM_BEAUTIFY_FLAG" val="#wm#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407.xml><?xml version="1.0" encoding="utf-8"?>
<p:tagLst xmlns:p="http://schemas.openxmlformats.org/presentationml/2006/main">
  <p:tag name="KSO_WM_UNIT_TEXTBOXSTYLE_SHAPETYPE" val="1"/>
  <p:tag name="KSO_WM_UNIT_TEXTBOXSTYLE_ADJUSTLEFT" val="0_538.6006"/>
  <p:tag name="KSO_WM_UNIT_TEXTBOXSTYLE_ADJUSTTOP" val="0_282.0435"/>
  <p:tag name="KSO_WM_UNIT_TEXTBOXSTYLE_DECORATEINDEX" val="4"/>
  <p:tag name="KSO_WM_UNIT_HIGHLIGHT" val="0"/>
  <p:tag name="KSO_WM_UNIT_COMPATIBLE" val="0"/>
  <p:tag name="KSO_WM_UNIT_DIAGRAM_ISNUMVISUAL" val="0"/>
  <p:tag name="KSO_WM_UNIT_DIAGRAM_IS_NEED_ADD_PATH_ANIM" val="0"/>
  <p:tag name="KSO_WM_UNIT_DIAGRAM_ISREFERUNIT" val="0"/>
  <p:tag name="KSO_WM_UNIT_TYPE" val="i"/>
  <p:tag name="KSO_WM_UNIT_INDEX" val="10"/>
  <p:tag name="KSO_WM_UNIT_ID" val="mixed20202549_1*i*10"/>
  <p:tag name="KSO_WM_TEMPLATE_CATEGORY" val="mixed"/>
  <p:tag name="KSO_WM_TEMPLATE_INDEX" val="20202549"/>
  <p:tag name="KSO_WM_UNIT_LAYERLEVEL" val="1"/>
  <p:tag name="KSO_WM_TAG_VERSION" val="1.0"/>
  <p:tag name="KSO_WM_BEAUTIFY_FLAG" val="#wm#"/>
  <p:tag name="KSO_WM_UNIT_TEXTBOXSTYLE_GUID" val="{e3f1a6b0-bee9-47ac-ba88-0460dda9f71e}"/>
</p:tagLst>
</file>

<file path=ppt/tags/tag4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_NEED_ADD_PATH_ANIM" val="0"/>
  <p:tag name="KSO_WM_UNIT_DIAGRAM_ISREFERUNIT" val="0"/>
  <p:tag name="KSO_WM_UNIT_TYPE" val="i"/>
  <p:tag name="KSO_WM_UNIT_INDEX" val="11"/>
  <p:tag name="KSO_WM_UNIT_ID" val="mixed20202549_1*i*11"/>
  <p:tag name="KSO_WM_TEMPLATE_CATEGORY" val="mixed"/>
  <p:tag name="KSO_WM_TEMPLATE_INDEX" val="20202549"/>
  <p:tag name="KSO_WM_UNIT_LAYERLEVEL" val="1"/>
  <p:tag name="KSO_WM_TAG_VERSION" val="1.0"/>
  <p:tag name="KSO_WM_BEAUTIFY_FLAG" val="#wm#"/>
  <p:tag name="KSO_WM_UNIT_FILL_FORE_SCHEMECOLOR_INDEX_BRIGHTNESS" val="-0.15"/>
  <p:tag name="KSO_WM_UNIT_FILL_FORE_SCHEMECOLOR_INDEX" val="14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4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_NEED_ADD_PATH_ANIM" val="0"/>
  <p:tag name="KSO_WM_UNIT_DIAGRAM_ISREFERUNIT" val="0"/>
  <p:tag name="KSO_WM_UNIT_TYPE" val="i"/>
  <p:tag name="KSO_WM_UNIT_INDEX" val="12"/>
  <p:tag name="KSO_WM_UNIT_ID" val="mixed20202549_1*i*12"/>
  <p:tag name="KSO_WM_TEMPLATE_CATEGORY" val="mixed"/>
  <p:tag name="KSO_WM_TEMPLATE_INDEX" val="20202549"/>
  <p:tag name="KSO_WM_UNIT_LAYERLEVEL" val="1"/>
  <p:tag name="KSO_WM_TAG_VERSION" val="1.0"/>
  <p:tag name="KSO_WM_BEAUTIFY_FLAG" val="#wm#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410.xml><?xml version="1.0" encoding="utf-8"?>
<p:tagLst xmlns:p="http://schemas.openxmlformats.org/presentationml/2006/main">
  <p:tag name="KSO_WM_UNIT_TEXTBOXSTYLE_SHAPETYPE" val="0"/>
  <p:tag name="KSO_WM_UNIT_TEXTBOXSTYLE_TEMPLATETYPE" val="9"/>
  <p:tag name="KSO_WM_UNIT_PRESET_TEXT" val="我们能实现，图文排版，让我们能实现，图文排版，让图图片&#13;您的正文已经经简明扼要，字字珠玑。&#13;您的正文已经经简明扼要，字字珠玑。&#13;您的正文已经经简明扼要，字字珠玑。&#13;您的正文已经经简明扼要，字字珠玑。&#13;我们能实现，图文排版，让我们能实现，图文排版，让图图片"/>
  <p:tag name="KSO_WM_UNIT_NOCLEAR" val="1"/>
  <p:tag name="KSO_WM_UNIT_SHOW_EDIT_AREA_INDICATION" val="0"/>
  <p:tag name="KSO_WM_UNIT_VALUE" val="234"/>
  <p:tag name="KSO_WM_UNIT_HIGHLIGHT" val="0"/>
  <p:tag name="KSO_WM_UNIT_COMPATIBLE" val="0"/>
  <p:tag name="KSO_WM_UNIT_DIAGRAM_ISNUMVISUAL" val="0"/>
  <p:tag name="KSO_WM_UNIT_DIAGRAM_IS_NEED_ADD_PATH_ANIM" val="0"/>
  <p:tag name="KSO_WM_UNIT_DIAGRAM_ISREFERUNIT" val="0"/>
  <p:tag name="KSO_WM_UNIT_TYPE" val="f"/>
  <p:tag name="KSO_WM_UNIT_INDEX" val="1"/>
  <p:tag name="KSO_WM_UNIT_ID" val="mixed20202549_1*f*1"/>
  <p:tag name="KSO_WM_TEMPLATE_CATEGORY" val="mixed"/>
  <p:tag name="KSO_WM_TEMPLATE_INDEX" val="20202549"/>
  <p:tag name="KSO_WM_UNIT_LAYERLEVEL" val="1"/>
  <p:tag name="KSO_WM_TAG_VERSION" val="1.0"/>
  <p:tag name="KSO_WM_BEAUTIFY_FLAG" val="#wm#"/>
  <p:tag name="KSO_WM_UNIT_TEXTBOXSTYLE_GUID" val="{e3f1a6b0-bee9-47ac-ba88-0460dda9f71e}"/>
  <p:tag name="KSO_WM_UNIT_TEXTBOXSTYLE_TYPE" val="8"/>
</p:tagLst>
</file>

<file path=ppt/tags/tag411.xml><?xml version="1.0" encoding="utf-8"?>
<p:tagLst xmlns:p="http://schemas.openxmlformats.org/presentationml/2006/main">
  <p:tag name="KSO_WM_UNIT_FILL_FORE_SCHEMECOLOR_INDEX_BRIGHTNESS" val="0"/>
  <p:tag name="KSO_WM_UNIT_FILL_FORE_SCHEMECOLOR_INDEX" val="8"/>
  <p:tag name="KSO_WM_UNIT_FILL_TYPE" val="1"/>
</p:tagLst>
</file>

<file path=ppt/tags/tag412.xml><?xml version="1.0" encoding="utf-8"?>
<p:tagLst xmlns:p="http://schemas.openxmlformats.org/presentationml/2006/main">
  <p:tag name="KSO_WM_SLIDE_BK_DARK_LIGHT" val="2"/>
  <p:tag name="KSO_WM_SLIDE_BACKGROUND_TYPE" val="general"/>
</p:tagLst>
</file>

<file path=ppt/tags/tag413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UNIT_TYPE" val="i"/>
</p:tagLst>
</file>

<file path=ppt/tags/tag414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UNIT_FILL_FORE_SCHEMECOLOR_INDEX_BRIGHTNESS" val="0.6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415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UNIT_FILL_FORE_SCHEMECOLOR_INDEX_BRIGHTNESS" val="0.4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416.xml><?xml version="1.0" encoding="utf-8"?>
<p:tagLst xmlns:p="http://schemas.openxmlformats.org/presentationml/2006/main">
  <p:tag name="KSO_WM_UNIT_FILL_FORE_SCHEMECOLOR_INDEX_BRIGHTNESS" val="0"/>
  <p:tag name="KSO_WM_UNIT_FILL_FORE_SCHEMECOLOR_INDEX" val="6"/>
  <p:tag name="KSO_WM_UNIT_FILL_TYPE" val="1"/>
</p:tagLst>
</file>

<file path=ppt/tags/tag417.xml><?xml version="1.0" encoding="utf-8"?>
<p:tagLst xmlns:p="http://schemas.openxmlformats.org/presentationml/2006/main">
  <p:tag name="KSO_WM_UNIT_TEXTBOXSTYLE_SHAPETYPE" val="1"/>
  <p:tag name="KSO_WM_UNIT_TEXTBOXSTYLE_ADJUSTLEFT" val="0_35.14552"/>
  <p:tag name="KSO_WM_UNIT_TEXTBOXSTYLE_ADJUSTTOP" val="0_282.0435"/>
  <p:tag name="KSO_WM_UNIT_TEXTBOXSTYLE_DECORATEINDEX" val="1"/>
  <p:tag name="KSO_WM_UNIT_HIGHLIGHT" val="0"/>
  <p:tag name="KSO_WM_UNIT_COMPATIBLE" val="0"/>
  <p:tag name="KSO_WM_UNIT_DIAGRAM_ISNUMVISUAL" val="0"/>
  <p:tag name="KSO_WM_UNIT_DIAGRAM_IS_NEED_ADD_PATH_ANIM" val="0"/>
  <p:tag name="KSO_WM_UNIT_DIAGRAM_ISREFERUNIT" val="0"/>
  <p:tag name="KSO_WM_UNIT_TYPE" val="i"/>
  <p:tag name="KSO_WM_UNIT_INDEX" val="1"/>
  <p:tag name="KSO_WM_UNIT_ID" val="mixed20202549_1*i*1"/>
  <p:tag name="KSO_WM_TEMPLATE_CATEGORY" val="mixed"/>
  <p:tag name="KSO_WM_TEMPLATE_INDEX" val="20202549"/>
  <p:tag name="KSO_WM_UNIT_LAYERLEVEL" val="1"/>
  <p:tag name="KSO_WM_TAG_VERSION" val="1.0"/>
  <p:tag name="KSO_WM_BEAUTIFY_FLAG" val="#wm#"/>
  <p:tag name="KSO_WM_UNIT_TEXTBOXSTYLE_GUID" val="{59c3309e-3d35-4ecb-9a62-b70a458b1559}"/>
</p:tagLst>
</file>

<file path=ppt/tags/tag4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_NEED_ADD_PATH_ANIM" val="0"/>
  <p:tag name="KSO_WM_UNIT_DIAGRAM_ISREFERUNIT" val="0"/>
  <p:tag name="KSO_WM_UNIT_TYPE" val="i"/>
  <p:tag name="KSO_WM_UNIT_INDEX" val="2"/>
  <p:tag name="KSO_WM_UNIT_ID" val="mixed20202549_1*i*2"/>
  <p:tag name="KSO_WM_TEMPLATE_CATEGORY" val="mixed"/>
  <p:tag name="KSO_WM_TEMPLATE_INDEX" val="20202549"/>
  <p:tag name="KSO_WM_UNIT_LAYERLEVEL" val="1"/>
  <p:tag name="KSO_WM_TAG_VERSION" val="1.0"/>
  <p:tag name="KSO_WM_BEAUTIFY_FLAG" val="#wm#"/>
  <p:tag name="KSO_WM_UNIT_FILL_FORE_SCHEMECOLOR_INDEX_BRIGHTNESS" val="-0.15"/>
  <p:tag name="KSO_WM_UNIT_FILL_FORE_SCHEMECOLOR_INDEX" val="14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4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_NEED_ADD_PATH_ANIM" val="0"/>
  <p:tag name="KSO_WM_UNIT_DIAGRAM_ISREFERUNIT" val="0"/>
  <p:tag name="KSO_WM_UNIT_TYPE" val="i"/>
  <p:tag name="KSO_WM_UNIT_INDEX" val="3"/>
  <p:tag name="KSO_WM_UNIT_ID" val="mixed20202549_1*i*3"/>
  <p:tag name="KSO_WM_TEMPLATE_CATEGORY" val="mixed"/>
  <p:tag name="KSO_WM_TEMPLATE_INDEX" val="20202549"/>
  <p:tag name="KSO_WM_UNIT_LAYERLEVEL" val="1"/>
  <p:tag name="KSO_WM_TAG_VERSION" val="1.0"/>
  <p:tag name="KSO_WM_BEAUTIFY_FLAG" val="#wm#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420.xml><?xml version="1.0" encoding="utf-8"?>
<p:tagLst xmlns:p="http://schemas.openxmlformats.org/presentationml/2006/main">
  <p:tag name="KSO_WM_UNIT_TEXTBOXSTYLE_SHAPETYPE" val="1"/>
  <p:tag name="KSO_WM_UNIT_TEXTBOXSTYLE_ADJUSTLEFT" val="0_191.6372"/>
  <p:tag name="KSO_WM_UNIT_TEXTBOXSTYLE_ADJUSTTOP" val="0_282.0435"/>
  <p:tag name="KSO_WM_UNIT_TEXTBOXSTYLE_DECORATEINDEX" val="2"/>
  <p:tag name="KSO_WM_UNIT_HIGHLIGHT" val="0"/>
  <p:tag name="KSO_WM_UNIT_COMPATIBLE" val="0"/>
  <p:tag name="KSO_WM_UNIT_DIAGRAM_ISNUMVISUAL" val="0"/>
  <p:tag name="KSO_WM_UNIT_DIAGRAM_IS_NEED_ADD_PATH_ANIM" val="0"/>
  <p:tag name="KSO_WM_UNIT_DIAGRAM_ISREFERUNIT" val="0"/>
  <p:tag name="KSO_WM_UNIT_TYPE" val="i"/>
  <p:tag name="KSO_WM_UNIT_INDEX" val="4"/>
  <p:tag name="KSO_WM_UNIT_ID" val="mixed20202549_1*i*4"/>
  <p:tag name="KSO_WM_TEMPLATE_CATEGORY" val="mixed"/>
  <p:tag name="KSO_WM_TEMPLATE_INDEX" val="20202549"/>
  <p:tag name="KSO_WM_UNIT_LAYERLEVEL" val="1"/>
  <p:tag name="KSO_WM_TAG_VERSION" val="1.0"/>
  <p:tag name="KSO_WM_BEAUTIFY_FLAG" val="#wm#"/>
  <p:tag name="KSO_WM_UNIT_TEXTBOXSTYLE_GUID" val="{59c3309e-3d35-4ecb-9a62-b70a458b1559}"/>
</p:tagLst>
</file>

<file path=ppt/tags/tag4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_NEED_ADD_PATH_ANIM" val="0"/>
  <p:tag name="KSO_WM_UNIT_DIAGRAM_ISREFERUNIT" val="0"/>
  <p:tag name="KSO_WM_UNIT_TYPE" val="i"/>
  <p:tag name="KSO_WM_UNIT_INDEX" val="5"/>
  <p:tag name="KSO_WM_UNIT_ID" val="mixed20202549_1*i*5"/>
  <p:tag name="KSO_WM_TEMPLATE_CATEGORY" val="mixed"/>
  <p:tag name="KSO_WM_TEMPLATE_INDEX" val="20202549"/>
  <p:tag name="KSO_WM_UNIT_LAYERLEVEL" val="1"/>
  <p:tag name="KSO_WM_TAG_VERSION" val="1.0"/>
  <p:tag name="KSO_WM_BEAUTIFY_FLAG" val="#wm#"/>
  <p:tag name="KSO_WM_UNIT_FILL_FORE_SCHEMECOLOR_INDEX_BRIGHTNESS" val="-0.15"/>
  <p:tag name="KSO_WM_UNIT_FILL_FORE_SCHEMECOLOR_INDEX" val="14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4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_NEED_ADD_PATH_ANIM" val="0"/>
  <p:tag name="KSO_WM_UNIT_DIAGRAM_ISREFERUNIT" val="0"/>
  <p:tag name="KSO_WM_UNIT_TYPE" val="i"/>
  <p:tag name="KSO_WM_UNIT_INDEX" val="6"/>
  <p:tag name="KSO_WM_UNIT_ID" val="mixed20202549_1*i*6"/>
  <p:tag name="KSO_WM_TEMPLATE_CATEGORY" val="mixed"/>
  <p:tag name="KSO_WM_TEMPLATE_INDEX" val="20202549"/>
  <p:tag name="KSO_WM_UNIT_LAYERLEVEL" val="1"/>
  <p:tag name="KSO_WM_TAG_VERSION" val="1.0"/>
  <p:tag name="KSO_WM_BEAUTIFY_FLAG" val="#wm#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423.xml><?xml version="1.0" encoding="utf-8"?>
<p:tagLst xmlns:p="http://schemas.openxmlformats.org/presentationml/2006/main">
  <p:tag name="KSO_WM_UNIT_TEXTBOXSTYLE_SHAPETYPE" val="0"/>
  <p:tag name="KSO_WM_UNIT_TEXTBOXSTYLE_TEMPLATETYPE" val="9"/>
  <p:tag name="KSO_WM_UNIT_PRESET_TEXT" val="我们能实现，图文排版，让我们能实现，图文排版，让图图片&#13;您的正文已经经简明扼要，字字珠玑。&#13;您的正文已经经简明扼要，字字珠玑。&#13;您的正文已经经简明扼要，字字珠玑。&#13;您的正文已经经简明扼要，字字珠玑。&#13;我们能实现，图文排版，让我们能实现，图文排版，让图图片"/>
  <p:tag name="KSO_WM_UNIT_NOCLEAR" val="1"/>
  <p:tag name="KSO_WM_UNIT_SHOW_EDIT_AREA_INDICATION" val="0"/>
  <p:tag name="KSO_WM_UNIT_VALUE" val="234"/>
  <p:tag name="KSO_WM_UNIT_HIGHLIGHT" val="0"/>
  <p:tag name="KSO_WM_UNIT_COMPATIBLE" val="0"/>
  <p:tag name="KSO_WM_UNIT_DIAGRAM_ISNUMVISUAL" val="0"/>
  <p:tag name="KSO_WM_UNIT_DIAGRAM_IS_NEED_ADD_PATH_ANIM" val="0"/>
  <p:tag name="KSO_WM_UNIT_DIAGRAM_ISREFERUNIT" val="0"/>
  <p:tag name="KSO_WM_UNIT_TYPE" val="f"/>
  <p:tag name="KSO_WM_UNIT_INDEX" val="1"/>
  <p:tag name="KSO_WM_UNIT_ID" val="mixed20202549_1*f*1"/>
  <p:tag name="KSO_WM_TEMPLATE_CATEGORY" val="mixed"/>
  <p:tag name="KSO_WM_TEMPLATE_INDEX" val="20202549"/>
  <p:tag name="KSO_WM_UNIT_LAYERLEVEL" val="1"/>
  <p:tag name="KSO_WM_TAG_VERSION" val="1.0"/>
  <p:tag name="KSO_WM_BEAUTIFY_FLAG" val="#wm#"/>
  <p:tag name="KSO_WM_UNIT_TEXTBOXSTYLE_GUID" val="{59c3309e-3d35-4ecb-9a62-b70a458b1559}"/>
  <p:tag name="KSO_WM_UNIT_TEXTBOXSTYLE_TYPE" val="8"/>
</p:tagLst>
</file>

<file path=ppt/tags/tag424.xml><?xml version="1.0" encoding="utf-8"?>
<p:tagLst xmlns:p="http://schemas.openxmlformats.org/presentationml/2006/main">
  <p:tag name="KSO_WM_SLIDE_BK_DARK_LIGHT" val="2"/>
  <p:tag name="KSO_WM_SLIDE_BACKGROUND_TYPE" val="general"/>
</p:tagLst>
</file>

<file path=ppt/tags/tag425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UNIT_TYPE" val="i"/>
</p:tagLst>
</file>

<file path=ppt/tags/tag426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UNIT_FILL_FORE_SCHEMECOLOR_INDEX_BRIGHTNESS" val="0.6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427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UNIT_FILL_FORE_SCHEMECOLOR_INDEX_BRIGHTNESS" val="0.4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428.xml><?xml version="1.0" encoding="utf-8"?>
<p:tagLst xmlns:p="http://schemas.openxmlformats.org/presentationml/2006/main">
  <p:tag name="KSO_WM_UNIT_FILL_FORE_SCHEMECOLOR_INDEX_BRIGHTNESS" val="0"/>
  <p:tag name="KSO_WM_UNIT_FILL_FORE_SCHEMECOLOR_INDEX" val="6"/>
  <p:tag name="KSO_WM_UNIT_FILL_TYPE" val="1"/>
</p:tagLst>
</file>

<file path=ppt/tags/tag429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430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431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432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433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434.xml><?xml version="1.0" encoding="utf-8"?>
<p:tagLst xmlns:p="http://schemas.openxmlformats.org/presentationml/2006/main">
  <p:tag name="KSO_WM_SLIDE_BK_DARK_LIGHT" val="2"/>
  <p:tag name="KSO_WM_SLIDE_BACKGROUND_TYPE" val="general"/>
</p:tagLst>
</file>

<file path=ppt/tags/tag435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UNIT_TYPE" val="i"/>
</p:tagLst>
</file>

<file path=ppt/tags/tag436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UNIT_FILL_FORE_SCHEMECOLOR_INDEX_BRIGHTNESS" val="0.6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437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UNIT_FILL_FORE_SCHEMECOLOR_INDEX_BRIGHTNESS" val="0.4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438.xml><?xml version="1.0" encoding="utf-8"?>
<p:tagLst xmlns:p="http://schemas.openxmlformats.org/presentationml/2006/main">
  <p:tag name="KSO_WM_UNIT_FILL_FORE_SCHEMECOLOR_INDEX_BRIGHTNESS" val="0"/>
  <p:tag name="KSO_WM_UNIT_FILL_FORE_SCHEMECOLOR_INDEX" val="6"/>
  <p:tag name="KSO_WM_UNIT_FILL_TYPE" val="1"/>
</p:tagLst>
</file>

<file path=ppt/tags/tag439.xml><?xml version="1.0" encoding="utf-8"?>
<p:tagLst xmlns:p="http://schemas.openxmlformats.org/presentationml/2006/main">
  <p:tag name="KSO_WM_UNIT_TEXTBOXSTYLE_SHAPETYPE" val="1"/>
  <p:tag name="KSO_WM_UNIT_TEXTBOXSTYLE_ADJUSTLEFT" val="0_35.14552"/>
  <p:tag name="KSO_WM_UNIT_TEXTBOXSTYLE_ADJUSTTOP" val="0_282.0435"/>
  <p:tag name="KSO_WM_UNIT_TEXTBOXSTYLE_DECORATEINDEX" val="1"/>
  <p:tag name="KSO_WM_UNIT_HIGHLIGHT" val="0"/>
  <p:tag name="KSO_WM_UNIT_COMPATIBLE" val="0"/>
  <p:tag name="KSO_WM_UNIT_DIAGRAM_ISNUMVISUAL" val="0"/>
  <p:tag name="KSO_WM_UNIT_DIAGRAM_IS_NEED_ADD_PATH_ANIM" val="0"/>
  <p:tag name="KSO_WM_UNIT_DIAGRAM_ISREFERUNIT" val="0"/>
  <p:tag name="KSO_WM_UNIT_TYPE" val="i"/>
  <p:tag name="KSO_WM_UNIT_INDEX" val="1"/>
  <p:tag name="KSO_WM_UNIT_ID" val="mixed20202549_1*i*1"/>
  <p:tag name="KSO_WM_TEMPLATE_CATEGORY" val="mixed"/>
  <p:tag name="KSO_WM_TEMPLATE_INDEX" val="20202549"/>
  <p:tag name="KSO_WM_UNIT_LAYERLEVEL" val="1"/>
  <p:tag name="KSO_WM_TAG_VERSION" val="1.0"/>
  <p:tag name="KSO_WM_BEAUTIFY_FLAG" val="#wm#"/>
  <p:tag name="KSO_WM_UNIT_TEXTBOXSTYLE_GUID" val="{301b727a-f0db-43eb-af90-3f77fc197dc6}"/>
</p:tagLst>
</file>

<file path=ppt/tags/tag4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_NEED_ADD_PATH_ANIM" val="0"/>
  <p:tag name="KSO_WM_UNIT_DIAGRAM_ISREFERUNIT" val="0"/>
  <p:tag name="KSO_WM_UNIT_TYPE" val="i"/>
  <p:tag name="KSO_WM_UNIT_INDEX" val="2"/>
  <p:tag name="KSO_WM_UNIT_ID" val="mixed20202549_1*i*2"/>
  <p:tag name="KSO_WM_TEMPLATE_CATEGORY" val="mixed"/>
  <p:tag name="KSO_WM_TEMPLATE_INDEX" val="20202549"/>
  <p:tag name="KSO_WM_UNIT_LAYERLEVEL" val="1"/>
  <p:tag name="KSO_WM_TAG_VERSION" val="1.0"/>
  <p:tag name="KSO_WM_BEAUTIFY_FLAG" val="#wm#"/>
  <p:tag name="KSO_WM_UNIT_FILL_FORE_SCHEMECOLOR_INDEX_BRIGHTNESS" val="-0.15"/>
  <p:tag name="KSO_WM_UNIT_FILL_FORE_SCHEMECOLOR_INDEX" val="14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4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_NEED_ADD_PATH_ANIM" val="0"/>
  <p:tag name="KSO_WM_UNIT_DIAGRAM_ISREFERUNIT" val="0"/>
  <p:tag name="KSO_WM_UNIT_TYPE" val="i"/>
  <p:tag name="KSO_WM_UNIT_INDEX" val="3"/>
  <p:tag name="KSO_WM_UNIT_ID" val="mixed20202549_1*i*3"/>
  <p:tag name="KSO_WM_TEMPLATE_CATEGORY" val="mixed"/>
  <p:tag name="KSO_WM_TEMPLATE_INDEX" val="20202549"/>
  <p:tag name="KSO_WM_UNIT_LAYERLEVEL" val="1"/>
  <p:tag name="KSO_WM_TAG_VERSION" val="1.0"/>
  <p:tag name="KSO_WM_BEAUTIFY_FLAG" val="#wm#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442.xml><?xml version="1.0" encoding="utf-8"?>
<p:tagLst xmlns:p="http://schemas.openxmlformats.org/presentationml/2006/main">
  <p:tag name="KSO_WM_UNIT_TEXTBOXSTYLE_SHAPETYPE" val="1"/>
  <p:tag name="KSO_WM_UNIT_TEXTBOXSTYLE_ADJUSTLEFT" val="0_191.6372"/>
  <p:tag name="KSO_WM_UNIT_TEXTBOXSTYLE_ADJUSTTOP" val="0_282.0435"/>
  <p:tag name="KSO_WM_UNIT_TEXTBOXSTYLE_DECORATEINDEX" val="2"/>
  <p:tag name="KSO_WM_UNIT_HIGHLIGHT" val="0"/>
  <p:tag name="KSO_WM_UNIT_COMPATIBLE" val="0"/>
  <p:tag name="KSO_WM_UNIT_DIAGRAM_ISNUMVISUAL" val="0"/>
  <p:tag name="KSO_WM_UNIT_DIAGRAM_IS_NEED_ADD_PATH_ANIM" val="0"/>
  <p:tag name="KSO_WM_UNIT_DIAGRAM_ISREFERUNIT" val="0"/>
  <p:tag name="KSO_WM_UNIT_TYPE" val="i"/>
  <p:tag name="KSO_WM_UNIT_INDEX" val="4"/>
  <p:tag name="KSO_WM_UNIT_ID" val="mixed20202549_1*i*4"/>
  <p:tag name="KSO_WM_TEMPLATE_CATEGORY" val="mixed"/>
  <p:tag name="KSO_WM_TEMPLATE_INDEX" val="20202549"/>
  <p:tag name="KSO_WM_UNIT_LAYERLEVEL" val="1"/>
  <p:tag name="KSO_WM_TAG_VERSION" val="1.0"/>
  <p:tag name="KSO_WM_BEAUTIFY_FLAG" val="#wm#"/>
  <p:tag name="KSO_WM_UNIT_TEXTBOXSTYLE_GUID" val="{301b727a-f0db-43eb-af90-3f77fc197dc6}"/>
</p:tagLst>
</file>

<file path=ppt/tags/tag4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_NEED_ADD_PATH_ANIM" val="0"/>
  <p:tag name="KSO_WM_UNIT_DIAGRAM_ISREFERUNIT" val="0"/>
  <p:tag name="KSO_WM_UNIT_TYPE" val="i"/>
  <p:tag name="KSO_WM_UNIT_INDEX" val="5"/>
  <p:tag name="KSO_WM_UNIT_ID" val="mixed20202549_1*i*5"/>
  <p:tag name="KSO_WM_TEMPLATE_CATEGORY" val="mixed"/>
  <p:tag name="KSO_WM_TEMPLATE_INDEX" val="20202549"/>
  <p:tag name="KSO_WM_UNIT_LAYERLEVEL" val="1"/>
  <p:tag name="KSO_WM_TAG_VERSION" val="1.0"/>
  <p:tag name="KSO_WM_BEAUTIFY_FLAG" val="#wm#"/>
  <p:tag name="KSO_WM_UNIT_FILL_FORE_SCHEMECOLOR_INDEX_BRIGHTNESS" val="-0.15"/>
  <p:tag name="KSO_WM_UNIT_FILL_FORE_SCHEMECOLOR_INDEX" val="14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4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_NEED_ADD_PATH_ANIM" val="0"/>
  <p:tag name="KSO_WM_UNIT_DIAGRAM_ISREFERUNIT" val="0"/>
  <p:tag name="KSO_WM_UNIT_TYPE" val="i"/>
  <p:tag name="KSO_WM_UNIT_INDEX" val="6"/>
  <p:tag name="KSO_WM_UNIT_ID" val="mixed20202549_1*i*6"/>
  <p:tag name="KSO_WM_TEMPLATE_CATEGORY" val="mixed"/>
  <p:tag name="KSO_WM_TEMPLATE_INDEX" val="20202549"/>
  <p:tag name="KSO_WM_UNIT_LAYERLEVEL" val="1"/>
  <p:tag name="KSO_WM_TAG_VERSION" val="1.0"/>
  <p:tag name="KSO_WM_BEAUTIFY_FLAG" val="#wm#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445.xml><?xml version="1.0" encoding="utf-8"?>
<p:tagLst xmlns:p="http://schemas.openxmlformats.org/presentationml/2006/main">
  <p:tag name="KSO_WM_UNIT_TEXTBOXSTYLE_SHAPETYPE" val="1"/>
  <p:tag name="KSO_WM_UNIT_TEXTBOXSTYLE_ADJUSTLEFT" val="0_364.7264"/>
  <p:tag name="KSO_WM_UNIT_TEXTBOXSTYLE_ADJUSTTOP" val="0_282.0435"/>
  <p:tag name="KSO_WM_UNIT_TEXTBOXSTYLE_DECORATEINDEX" val="3"/>
  <p:tag name="KSO_WM_UNIT_HIGHLIGHT" val="0"/>
  <p:tag name="KSO_WM_UNIT_COMPATIBLE" val="0"/>
  <p:tag name="KSO_WM_UNIT_DIAGRAM_ISNUMVISUAL" val="0"/>
  <p:tag name="KSO_WM_UNIT_DIAGRAM_IS_NEED_ADD_PATH_ANIM" val="0"/>
  <p:tag name="KSO_WM_UNIT_DIAGRAM_ISREFERUNIT" val="0"/>
  <p:tag name="KSO_WM_UNIT_TYPE" val="i"/>
  <p:tag name="KSO_WM_UNIT_INDEX" val="7"/>
  <p:tag name="KSO_WM_UNIT_ID" val="mixed20202549_1*i*7"/>
  <p:tag name="KSO_WM_TEMPLATE_CATEGORY" val="mixed"/>
  <p:tag name="KSO_WM_TEMPLATE_INDEX" val="20202549"/>
  <p:tag name="KSO_WM_UNIT_LAYERLEVEL" val="1"/>
  <p:tag name="KSO_WM_TAG_VERSION" val="1.0"/>
  <p:tag name="KSO_WM_BEAUTIFY_FLAG" val="#wm#"/>
  <p:tag name="KSO_WM_UNIT_TEXTBOXSTYLE_GUID" val="{301b727a-f0db-43eb-af90-3f77fc197dc6}"/>
</p:tagLst>
</file>

<file path=ppt/tags/tag4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_NEED_ADD_PATH_ANIM" val="0"/>
  <p:tag name="KSO_WM_UNIT_DIAGRAM_ISREFERUNIT" val="0"/>
  <p:tag name="KSO_WM_UNIT_TYPE" val="i"/>
  <p:tag name="KSO_WM_UNIT_INDEX" val="8"/>
  <p:tag name="KSO_WM_UNIT_ID" val="mixed20202549_1*i*8"/>
  <p:tag name="KSO_WM_TEMPLATE_CATEGORY" val="mixed"/>
  <p:tag name="KSO_WM_TEMPLATE_INDEX" val="20202549"/>
  <p:tag name="KSO_WM_UNIT_LAYERLEVEL" val="1"/>
  <p:tag name="KSO_WM_TAG_VERSION" val="1.0"/>
  <p:tag name="KSO_WM_BEAUTIFY_FLAG" val="#wm#"/>
  <p:tag name="KSO_WM_UNIT_FILL_FORE_SCHEMECOLOR_INDEX_BRIGHTNESS" val="-0.15"/>
  <p:tag name="KSO_WM_UNIT_FILL_FORE_SCHEMECOLOR_INDEX" val="14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4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_NEED_ADD_PATH_ANIM" val="0"/>
  <p:tag name="KSO_WM_UNIT_DIAGRAM_ISREFERUNIT" val="0"/>
  <p:tag name="KSO_WM_UNIT_TYPE" val="i"/>
  <p:tag name="KSO_WM_UNIT_INDEX" val="9"/>
  <p:tag name="KSO_WM_UNIT_ID" val="mixed20202549_1*i*9"/>
  <p:tag name="KSO_WM_TEMPLATE_CATEGORY" val="mixed"/>
  <p:tag name="KSO_WM_TEMPLATE_INDEX" val="20202549"/>
  <p:tag name="KSO_WM_UNIT_LAYERLEVEL" val="1"/>
  <p:tag name="KSO_WM_TAG_VERSION" val="1.0"/>
  <p:tag name="KSO_WM_BEAUTIFY_FLAG" val="#wm#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448.xml><?xml version="1.0" encoding="utf-8"?>
<p:tagLst xmlns:p="http://schemas.openxmlformats.org/presentationml/2006/main">
  <p:tag name="KSO_WM_UNIT_TEXTBOXSTYLE_SHAPETYPE" val="1"/>
  <p:tag name="KSO_WM_UNIT_TEXTBOXSTYLE_ADJUSTLEFT" val="0_538.6006"/>
  <p:tag name="KSO_WM_UNIT_TEXTBOXSTYLE_ADJUSTTOP" val="0_282.0435"/>
  <p:tag name="KSO_WM_UNIT_TEXTBOXSTYLE_DECORATEINDEX" val="4"/>
  <p:tag name="KSO_WM_UNIT_HIGHLIGHT" val="0"/>
  <p:tag name="KSO_WM_UNIT_COMPATIBLE" val="0"/>
  <p:tag name="KSO_WM_UNIT_DIAGRAM_ISNUMVISUAL" val="0"/>
  <p:tag name="KSO_WM_UNIT_DIAGRAM_IS_NEED_ADD_PATH_ANIM" val="0"/>
  <p:tag name="KSO_WM_UNIT_DIAGRAM_ISREFERUNIT" val="0"/>
  <p:tag name="KSO_WM_UNIT_TYPE" val="i"/>
  <p:tag name="KSO_WM_UNIT_INDEX" val="10"/>
  <p:tag name="KSO_WM_UNIT_ID" val="mixed20202549_1*i*10"/>
  <p:tag name="KSO_WM_TEMPLATE_CATEGORY" val="mixed"/>
  <p:tag name="KSO_WM_TEMPLATE_INDEX" val="20202549"/>
  <p:tag name="KSO_WM_UNIT_LAYERLEVEL" val="1"/>
  <p:tag name="KSO_WM_TAG_VERSION" val="1.0"/>
  <p:tag name="KSO_WM_BEAUTIFY_FLAG" val="#wm#"/>
  <p:tag name="KSO_WM_UNIT_TEXTBOXSTYLE_GUID" val="{301b727a-f0db-43eb-af90-3f77fc197dc6}"/>
</p:tagLst>
</file>

<file path=ppt/tags/tag4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_NEED_ADD_PATH_ANIM" val="0"/>
  <p:tag name="KSO_WM_UNIT_DIAGRAM_ISREFERUNIT" val="0"/>
  <p:tag name="KSO_WM_UNIT_TYPE" val="i"/>
  <p:tag name="KSO_WM_UNIT_INDEX" val="11"/>
  <p:tag name="KSO_WM_UNIT_ID" val="mixed20202549_1*i*11"/>
  <p:tag name="KSO_WM_TEMPLATE_CATEGORY" val="mixed"/>
  <p:tag name="KSO_WM_TEMPLATE_INDEX" val="20202549"/>
  <p:tag name="KSO_WM_UNIT_LAYERLEVEL" val="1"/>
  <p:tag name="KSO_WM_TAG_VERSION" val="1.0"/>
  <p:tag name="KSO_WM_BEAUTIFY_FLAG" val="#wm#"/>
  <p:tag name="KSO_WM_UNIT_FILL_FORE_SCHEMECOLOR_INDEX_BRIGHTNESS" val="-0.15"/>
  <p:tag name="KSO_WM_UNIT_FILL_FORE_SCHEMECOLOR_INDEX" val="14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4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_NEED_ADD_PATH_ANIM" val="0"/>
  <p:tag name="KSO_WM_UNIT_DIAGRAM_ISREFERUNIT" val="0"/>
  <p:tag name="KSO_WM_UNIT_TYPE" val="i"/>
  <p:tag name="KSO_WM_UNIT_INDEX" val="12"/>
  <p:tag name="KSO_WM_UNIT_ID" val="mixed20202549_1*i*12"/>
  <p:tag name="KSO_WM_TEMPLATE_CATEGORY" val="mixed"/>
  <p:tag name="KSO_WM_TEMPLATE_INDEX" val="20202549"/>
  <p:tag name="KSO_WM_UNIT_LAYERLEVEL" val="1"/>
  <p:tag name="KSO_WM_TAG_VERSION" val="1.0"/>
  <p:tag name="KSO_WM_BEAUTIFY_FLAG" val="#wm#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451.xml><?xml version="1.0" encoding="utf-8"?>
<p:tagLst xmlns:p="http://schemas.openxmlformats.org/presentationml/2006/main">
  <p:tag name="KSO_WM_UNIT_TEXTBOXSTYLE_SHAPETYPE" val="0"/>
  <p:tag name="KSO_WM_UNIT_TEXTBOXSTYLE_TEMPLATETYPE" val="9"/>
  <p:tag name="KSO_WM_UNIT_PRESET_TEXT" val="我们能实现，图文排版，让我们能实现，图文排版，让图图片&#13;您的正文已经经简明扼要，字字珠玑。&#13;您的正文已经经简明扼要，字字珠玑。&#13;您的正文已经经简明扼要，字字珠玑。&#13;您的正文已经经简明扼要，字字珠玑。&#13;我们能实现，图文排版，让我们能实现，图文排版，让图图片"/>
  <p:tag name="KSO_WM_UNIT_NOCLEAR" val="1"/>
  <p:tag name="KSO_WM_UNIT_SHOW_EDIT_AREA_INDICATION" val="0"/>
  <p:tag name="KSO_WM_UNIT_VALUE" val="234"/>
  <p:tag name="KSO_WM_UNIT_HIGHLIGHT" val="0"/>
  <p:tag name="KSO_WM_UNIT_COMPATIBLE" val="0"/>
  <p:tag name="KSO_WM_UNIT_DIAGRAM_ISNUMVISUAL" val="0"/>
  <p:tag name="KSO_WM_UNIT_DIAGRAM_IS_NEED_ADD_PATH_ANIM" val="0"/>
  <p:tag name="KSO_WM_UNIT_DIAGRAM_ISREFERUNIT" val="0"/>
  <p:tag name="KSO_WM_UNIT_TYPE" val="f"/>
  <p:tag name="KSO_WM_UNIT_INDEX" val="1"/>
  <p:tag name="KSO_WM_UNIT_ID" val="mixed20202549_1*f*1"/>
  <p:tag name="KSO_WM_TEMPLATE_CATEGORY" val="mixed"/>
  <p:tag name="KSO_WM_TEMPLATE_INDEX" val="20202549"/>
  <p:tag name="KSO_WM_UNIT_LAYERLEVEL" val="1"/>
  <p:tag name="KSO_WM_TAG_VERSION" val="1.0"/>
  <p:tag name="KSO_WM_BEAUTIFY_FLAG" val="#wm#"/>
  <p:tag name="KSO_WM_UNIT_TEXTBOXSTYLE_GUID" val="{301b727a-f0db-43eb-af90-3f77fc197dc6}"/>
  <p:tag name="KSO_WM_UNIT_TEXTBOXSTYLE_TYPE" val="8"/>
</p:tagLst>
</file>

<file path=ppt/tags/tag452.xml><?xml version="1.0" encoding="utf-8"?>
<p:tagLst xmlns:p="http://schemas.openxmlformats.org/presentationml/2006/main">
  <p:tag name="KSO_WM_UNIT_FILL_FORE_SCHEMECOLOR_INDEX_BRIGHTNESS" val="0"/>
  <p:tag name="KSO_WM_UNIT_FILL_FORE_SCHEMECOLOR_INDEX" val="9"/>
  <p:tag name="KSO_WM_UNIT_FILL_TYPE" val="1"/>
</p:tagLst>
</file>

<file path=ppt/tags/tag453.xml><?xml version="1.0" encoding="utf-8"?>
<p:tagLst xmlns:p="http://schemas.openxmlformats.org/presentationml/2006/main">
  <p:tag name="KSO_WM_SLIDE_BK_DARK_LIGHT" val="2"/>
  <p:tag name="KSO_WM_SLIDE_BACKGROUND_TYPE" val="general"/>
</p:tagLst>
</file>

<file path=ppt/tags/tag454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UNIT_TYPE" val="i"/>
</p:tagLst>
</file>

<file path=ppt/tags/tag455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UNIT_FILL_FORE_SCHEMECOLOR_INDEX_BRIGHTNESS" val="0.6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456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UNIT_FILL_FORE_SCHEMECOLOR_INDEX_BRIGHTNESS" val="0.4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457.xml><?xml version="1.0" encoding="utf-8"?>
<p:tagLst xmlns:p="http://schemas.openxmlformats.org/presentationml/2006/main">
  <p:tag name="KSO_WM_UNIT_FILL_FORE_SCHEMECOLOR_INDEX_BRIGHTNESS" val="0"/>
  <p:tag name="KSO_WM_UNIT_FILL_FORE_SCHEMECOLOR_INDEX" val="6"/>
  <p:tag name="KSO_WM_UNIT_FILL_TYPE" val="1"/>
</p:tagLst>
</file>

<file path=ppt/tags/tag458.xml><?xml version="1.0" encoding="utf-8"?>
<p:tagLst xmlns:p="http://schemas.openxmlformats.org/presentationml/2006/main">
  <p:tag name="KSO_WM_UNIT_TEXTBOXSTYLE_SHAPETYPE" val="1"/>
  <p:tag name="KSO_WM_UNIT_TEXTBOXSTYLE_ADJUSTLEFT" val="0_35.14552"/>
  <p:tag name="KSO_WM_UNIT_TEXTBOXSTYLE_ADJUSTTOP" val="0_282.0435"/>
  <p:tag name="KSO_WM_UNIT_TEXTBOXSTYLE_DECORATEINDEX" val="1"/>
  <p:tag name="KSO_WM_UNIT_HIGHLIGHT" val="0"/>
  <p:tag name="KSO_WM_UNIT_COMPATIBLE" val="0"/>
  <p:tag name="KSO_WM_UNIT_DIAGRAM_ISNUMVISUAL" val="0"/>
  <p:tag name="KSO_WM_UNIT_DIAGRAM_IS_NEED_ADD_PATH_ANIM" val="0"/>
  <p:tag name="KSO_WM_UNIT_DIAGRAM_ISREFERUNIT" val="0"/>
  <p:tag name="KSO_WM_UNIT_TYPE" val="i"/>
  <p:tag name="KSO_WM_UNIT_INDEX" val="1"/>
  <p:tag name="KSO_WM_UNIT_ID" val="mixed20202549_1*i*1"/>
  <p:tag name="KSO_WM_TEMPLATE_CATEGORY" val="mixed"/>
  <p:tag name="KSO_WM_TEMPLATE_INDEX" val="20202549"/>
  <p:tag name="KSO_WM_UNIT_LAYERLEVEL" val="1"/>
  <p:tag name="KSO_WM_TAG_VERSION" val="1.0"/>
  <p:tag name="KSO_WM_BEAUTIFY_FLAG" val="#wm#"/>
  <p:tag name="KSO_WM_UNIT_TEXTBOXSTYLE_GUID" val="{2037a3ac-c048-4a40-87c0-3075bcba8a77}"/>
</p:tagLst>
</file>

<file path=ppt/tags/tag4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_NEED_ADD_PATH_ANIM" val="0"/>
  <p:tag name="KSO_WM_UNIT_DIAGRAM_ISREFERUNIT" val="0"/>
  <p:tag name="KSO_WM_UNIT_TYPE" val="i"/>
  <p:tag name="KSO_WM_UNIT_INDEX" val="2"/>
  <p:tag name="KSO_WM_UNIT_ID" val="mixed20202549_1*i*2"/>
  <p:tag name="KSO_WM_TEMPLATE_CATEGORY" val="mixed"/>
  <p:tag name="KSO_WM_TEMPLATE_INDEX" val="20202549"/>
  <p:tag name="KSO_WM_UNIT_LAYERLEVEL" val="1"/>
  <p:tag name="KSO_WM_TAG_VERSION" val="1.0"/>
  <p:tag name="KSO_WM_BEAUTIFY_FLAG" val="#wm#"/>
  <p:tag name="KSO_WM_UNIT_FILL_FORE_SCHEMECOLOR_INDEX_BRIGHTNESS" val="-0.15"/>
  <p:tag name="KSO_WM_UNIT_FILL_FORE_SCHEMECOLOR_INDEX" val="14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4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_NEED_ADD_PATH_ANIM" val="0"/>
  <p:tag name="KSO_WM_UNIT_DIAGRAM_ISREFERUNIT" val="0"/>
  <p:tag name="KSO_WM_UNIT_TYPE" val="i"/>
  <p:tag name="KSO_WM_UNIT_INDEX" val="3"/>
  <p:tag name="KSO_WM_UNIT_ID" val="mixed20202549_1*i*3"/>
  <p:tag name="KSO_WM_TEMPLATE_CATEGORY" val="mixed"/>
  <p:tag name="KSO_WM_TEMPLATE_INDEX" val="20202549"/>
  <p:tag name="KSO_WM_UNIT_LAYERLEVEL" val="1"/>
  <p:tag name="KSO_WM_TAG_VERSION" val="1.0"/>
  <p:tag name="KSO_WM_BEAUTIFY_FLAG" val="#wm#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461.xml><?xml version="1.0" encoding="utf-8"?>
<p:tagLst xmlns:p="http://schemas.openxmlformats.org/presentationml/2006/main">
  <p:tag name="KSO_WM_UNIT_TEXTBOXSTYLE_SHAPETYPE" val="1"/>
  <p:tag name="KSO_WM_UNIT_TEXTBOXSTYLE_ADJUSTLEFT" val="0_191.6372"/>
  <p:tag name="KSO_WM_UNIT_TEXTBOXSTYLE_ADJUSTTOP" val="0_282.0435"/>
  <p:tag name="KSO_WM_UNIT_TEXTBOXSTYLE_DECORATEINDEX" val="2"/>
  <p:tag name="KSO_WM_UNIT_HIGHLIGHT" val="0"/>
  <p:tag name="KSO_WM_UNIT_COMPATIBLE" val="0"/>
  <p:tag name="KSO_WM_UNIT_DIAGRAM_ISNUMVISUAL" val="0"/>
  <p:tag name="KSO_WM_UNIT_DIAGRAM_IS_NEED_ADD_PATH_ANIM" val="0"/>
  <p:tag name="KSO_WM_UNIT_DIAGRAM_ISREFERUNIT" val="0"/>
  <p:tag name="KSO_WM_UNIT_TYPE" val="i"/>
  <p:tag name="KSO_WM_UNIT_INDEX" val="4"/>
  <p:tag name="KSO_WM_UNIT_ID" val="mixed20202549_1*i*4"/>
  <p:tag name="KSO_WM_TEMPLATE_CATEGORY" val="mixed"/>
  <p:tag name="KSO_WM_TEMPLATE_INDEX" val="20202549"/>
  <p:tag name="KSO_WM_UNIT_LAYERLEVEL" val="1"/>
  <p:tag name="KSO_WM_TAG_VERSION" val="1.0"/>
  <p:tag name="KSO_WM_BEAUTIFY_FLAG" val="#wm#"/>
  <p:tag name="KSO_WM_UNIT_TEXTBOXSTYLE_GUID" val="{2037a3ac-c048-4a40-87c0-3075bcba8a77}"/>
</p:tagLst>
</file>

<file path=ppt/tags/tag4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_NEED_ADD_PATH_ANIM" val="0"/>
  <p:tag name="KSO_WM_UNIT_DIAGRAM_ISREFERUNIT" val="0"/>
  <p:tag name="KSO_WM_UNIT_TYPE" val="i"/>
  <p:tag name="KSO_WM_UNIT_INDEX" val="5"/>
  <p:tag name="KSO_WM_UNIT_ID" val="mixed20202549_1*i*5"/>
  <p:tag name="KSO_WM_TEMPLATE_CATEGORY" val="mixed"/>
  <p:tag name="KSO_WM_TEMPLATE_INDEX" val="20202549"/>
  <p:tag name="KSO_WM_UNIT_LAYERLEVEL" val="1"/>
  <p:tag name="KSO_WM_TAG_VERSION" val="1.0"/>
  <p:tag name="KSO_WM_BEAUTIFY_FLAG" val="#wm#"/>
  <p:tag name="KSO_WM_UNIT_FILL_FORE_SCHEMECOLOR_INDEX_BRIGHTNESS" val="-0.15"/>
  <p:tag name="KSO_WM_UNIT_FILL_FORE_SCHEMECOLOR_INDEX" val="14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4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_NEED_ADD_PATH_ANIM" val="0"/>
  <p:tag name="KSO_WM_UNIT_DIAGRAM_ISREFERUNIT" val="0"/>
  <p:tag name="KSO_WM_UNIT_TYPE" val="i"/>
  <p:tag name="KSO_WM_UNIT_INDEX" val="6"/>
  <p:tag name="KSO_WM_UNIT_ID" val="mixed20202549_1*i*6"/>
  <p:tag name="KSO_WM_TEMPLATE_CATEGORY" val="mixed"/>
  <p:tag name="KSO_WM_TEMPLATE_INDEX" val="20202549"/>
  <p:tag name="KSO_WM_UNIT_LAYERLEVEL" val="1"/>
  <p:tag name="KSO_WM_TAG_VERSION" val="1.0"/>
  <p:tag name="KSO_WM_BEAUTIFY_FLAG" val="#wm#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464.xml><?xml version="1.0" encoding="utf-8"?>
<p:tagLst xmlns:p="http://schemas.openxmlformats.org/presentationml/2006/main">
  <p:tag name="KSO_WM_UNIT_TEXTBOXSTYLE_SHAPETYPE" val="1"/>
  <p:tag name="KSO_WM_UNIT_TEXTBOXSTYLE_ADJUSTLEFT" val="0_364.7264"/>
  <p:tag name="KSO_WM_UNIT_TEXTBOXSTYLE_ADJUSTTOP" val="0_282.0435"/>
  <p:tag name="KSO_WM_UNIT_TEXTBOXSTYLE_DECORATEINDEX" val="3"/>
  <p:tag name="KSO_WM_UNIT_HIGHLIGHT" val="0"/>
  <p:tag name="KSO_WM_UNIT_COMPATIBLE" val="0"/>
  <p:tag name="KSO_WM_UNIT_DIAGRAM_ISNUMVISUAL" val="0"/>
  <p:tag name="KSO_WM_UNIT_DIAGRAM_IS_NEED_ADD_PATH_ANIM" val="0"/>
  <p:tag name="KSO_WM_UNIT_DIAGRAM_ISREFERUNIT" val="0"/>
  <p:tag name="KSO_WM_UNIT_TYPE" val="i"/>
  <p:tag name="KSO_WM_UNIT_INDEX" val="7"/>
  <p:tag name="KSO_WM_UNIT_ID" val="mixed20202549_1*i*7"/>
  <p:tag name="KSO_WM_TEMPLATE_CATEGORY" val="mixed"/>
  <p:tag name="KSO_WM_TEMPLATE_INDEX" val="20202549"/>
  <p:tag name="KSO_WM_UNIT_LAYERLEVEL" val="1"/>
  <p:tag name="KSO_WM_TAG_VERSION" val="1.0"/>
  <p:tag name="KSO_WM_BEAUTIFY_FLAG" val="#wm#"/>
  <p:tag name="KSO_WM_UNIT_TEXTBOXSTYLE_GUID" val="{2037a3ac-c048-4a40-87c0-3075bcba8a77}"/>
</p:tagLst>
</file>

<file path=ppt/tags/tag4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_NEED_ADD_PATH_ANIM" val="0"/>
  <p:tag name="KSO_WM_UNIT_DIAGRAM_ISREFERUNIT" val="0"/>
  <p:tag name="KSO_WM_UNIT_TYPE" val="i"/>
  <p:tag name="KSO_WM_UNIT_INDEX" val="8"/>
  <p:tag name="KSO_WM_UNIT_ID" val="mixed20202549_1*i*8"/>
  <p:tag name="KSO_WM_TEMPLATE_CATEGORY" val="mixed"/>
  <p:tag name="KSO_WM_TEMPLATE_INDEX" val="20202549"/>
  <p:tag name="KSO_WM_UNIT_LAYERLEVEL" val="1"/>
  <p:tag name="KSO_WM_TAG_VERSION" val="1.0"/>
  <p:tag name="KSO_WM_BEAUTIFY_FLAG" val="#wm#"/>
  <p:tag name="KSO_WM_UNIT_FILL_FORE_SCHEMECOLOR_INDEX_BRIGHTNESS" val="-0.15"/>
  <p:tag name="KSO_WM_UNIT_FILL_FORE_SCHEMECOLOR_INDEX" val="14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4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_NEED_ADD_PATH_ANIM" val="0"/>
  <p:tag name="KSO_WM_UNIT_DIAGRAM_ISREFERUNIT" val="0"/>
  <p:tag name="KSO_WM_UNIT_TYPE" val="i"/>
  <p:tag name="KSO_WM_UNIT_INDEX" val="9"/>
  <p:tag name="KSO_WM_UNIT_ID" val="mixed20202549_1*i*9"/>
  <p:tag name="KSO_WM_TEMPLATE_CATEGORY" val="mixed"/>
  <p:tag name="KSO_WM_TEMPLATE_INDEX" val="20202549"/>
  <p:tag name="KSO_WM_UNIT_LAYERLEVEL" val="1"/>
  <p:tag name="KSO_WM_TAG_VERSION" val="1.0"/>
  <p:tag name="KSO_WM_BEAUTIFY_FLAG" val="#wm#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467.xml><?xml version="1.0" encoding="utf-8"?>
<p:tagLst xmlns:p="http://schemas.openxmlformats.org/presentationml/2006/main">
  <p:tag name="KSO_WM_UNIT_TEXTBOXSTYLE_SHAPETYPE" val="0"/>
  <p:tag name="KSO_WM_UNIT_TEXTBOXSTYLE_TEMPLATETYPE" val="9"/>
  <p:tag name="KSO_WM_UNIT_PRESET_TEXT" val="我们能实现，图文排版，让我们能实现，图文排版，让图图片&#13;您的正文已经经简明扼要，字字珠玑。&#13;您的正文已经经简明扼要，字字珠玑。&#13;您的正文已经经简明扼要，字字珠玑。&#13;您的正文已经经简明扼要，字字珠玑。&#13;我们能实现，图文排版，让我们能实现，图文排版，让图图片"/>
  <p:tag name="KSO_WM_UNIT_NOCLEAR" val="1"/>
  <p:tag name="KSO_WM_UNIT_SHOW_EDIT_AREA_INDICATION" val="0"/>
  <p:tag name="KSO_WM_UNIT_VALUE" val="234"/>
  <p:tag name="KSO_WM_UNIT_HIGHLIGHT" val="0"/>
  <p:tag name="KSO_WM_UNIT_COMPATIBLE" val="0"/>
  <p:tag name="KSO_WM_UNIT_DIAGRAM_ISNUMVISUAL" val="0"/>
  <p:tag name="KSO_WM_UNIT_DIAGRAM_IS_NEED_ADD_PATH_ANIM" val="0"/>
  <p:tag name="KSO_WM_UNIT_DIAGRAM_ISREFERUNIT" val="0"/>
  <p:tag name="KSO_WM_UNIT_TYPE" val="f"/>
  <p:tag name="KSO_WM_UNIT_INDEX" val="1"/>
  <p:tag name="KSO_WM_UNIT_ID" val="mixed20202549_1*f*1"/>
  <p:tag name="KSO_WM_TEMPLATE_CATEGORY" val="mixed"/>
  <p:tag name="KSO_WM_TEMPLATE_INDEX" val="20202549"/>
  <p:tag name="KSO_WM_UNIT_LAYERLEVEL" val="1"/>
  <p:tag name="KSO_WM_TAG_VERSION" val="1.0"/>
  <p:tag name="KSO_WM_BEAUTIFY_FLAG" val="#wm#"/>
  <p:tag name="KSO_WM_UNIT_TEXTBOXSTYLE_GUID" val="{2037a3ac-c048-4a40-87c0-3075bcba8a77}"/>
  <p:tag name="KSO_WM_UNIT_TEXTBOXSTYLE_TYPE" val="8"/>
</p:tagLst>
</file>

<file path=ppt/tags/tag468.xml><?xml version="1.0" encoding="utf-8"?>
<p:tagLst xmlns:p="http://schemas.openxmlformats.org/presentationml/2006/main">
  <p:tag name="KSO_WM_SLIDE_BK_DARK_LIGHT" val="2"/>
  <p:tag name="KSO_WM_SLIDE_BACKGROUND_TYPE" val="general"/>
</p:tagLst>
</file>

<file path=ppt/tags/tag469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UNIT_TYPE" val="i"/>
</p:tagLst>
</file>

<file path=ppt/tags/tag470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UNIT_FILL_FORE_SCHEMECOLOR_INDEX_BRIGHTNESS" val="0.6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471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UNIT_FILL_FORE_SCHEMECOLOR_INDEX_BRIGHTNESS" val="0.4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472.xml><?xml version="1.0" encoding="utf-8"?>
<p:tagLst xmlns:p="http://schemas.openxmlformats.org/presentationml/2006/main">
  <p:tag name="KSO_WM_UNIT_FILL_FORE_SCHEMECOLOR_INDEX_BRIGHTNESS" val="0"/>
  <p:tag name="KSO_WM_UNIT_FILL_FORE_SCHEMECOLOR_INDEX" val="6"/>
  <p:tag name="KSO_WM_UNIT_FILL_TYPE" val="1"/>
</p:tagLst>
</file>

<file path=ppt/tags/tag473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474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475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476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477.xml><?xml version="1.0" encoding="utf-8"?>
<p:tagLst xmlns:p="http://schemas.openxmlformats.org/presentationml/2006/main">
  <p:tag name="KSO_WM_SLIDE_BK_DARK_LIGHT" val="2"/>
  <p:tag name="KSO_WM_SLIDE_BACKGROUND_TYPE" val="general"/>
</p:tagLst>
</file>

<file path=ppt/tags/tag478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UNIT_TYPE" val="i"/>
</p:tagLst>
</file>

<file path=ppt/tags/tag479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UNIT_FILL_FORE_SCHEMECOLOR_INDEX_BRIGHTNESS" val="0.6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480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UNIT_FILL_FORE_SCHEMECOLOR_INDEX_BRIGHTNESS" val="0.4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481.xml><?xml version="1.0" encoding="utf-8"?>
<p:tagLst xmlns:p="http://schemas.openxmlformats.org/presentationml/2006/main">
  <p:tag name="KSO_WM_UNIT_FILL_FORE_SCHEMECOLOR_INDEX_BRIGHTNESS" val="0"/>
  <p:tag name="KSO_WM_UNIT_FILL_FORE_SCHEMECOLOR_INDEX" val="6"/>
  <p:tag name="KSO_WM_UNIT_FILL_TYPE" val="1"/>
</p:tagLst>
</file>

<file path=ppt/tags/tag482.xml><?xml version="1.0" encoding="utf-8"?>
<p:tagLst xmlns:p="http://schemas.openxmlformats.org/presentationml/2006/main">
  <p:tag name="KSO_WM_UNIT_TEXTBOXSTYLE_SHAPETYPE" val="1"/>
  <p:tag name="KSO_WM_UNIT_TEXTBOXSTYLE_ADJUSTLEFT" val="0_35.14552"/>
  <p:tag name="KSO_WM_UNIT_TEXTBOXSTYLE_ADJUSTTOP" val="0_282.0435"/>
  <p:tag name="KSO_WM_UNIT_TEXTBOXSTYLE_DECORATEINDEX" val="1"/>
  <p:tag name="KSO_WM_UNIT_HIGHLIGHT" val="0"/>
  <p:tag name="KSO_WM_UNIT_COMPATIBLE" val="0"/>
  <p:tag name="KSO_WM_UNIT_DIAGRAM_ISNUMVISUAL" val="0"/>
  <p:tag name="KSO_WM_UNIT_DIAGRAM_IS_NEED_ADD_PATH_ANIM" val="0"/>
  <p:tag name="KSO_WM_UNIT_DIAGRAM_ISREFERUNIT" val="0"/>
  <p:tag name="KSO_WM_UNIT_TYPE" val="i"/>
  <p:tag name="KSO_WM_UNIT_INDEX" val="1"/>
  <p:tag name="KSO_WM_UNIT_ID" val="mixed20202549_1*i*1"/>
  <p:tag name="KSO_WM_TEMPLATE_CATEGORY" val="mixed"/>
  <p:tag name="KSO_WM_TEMPLATE_INDEX" val="20202549"/>
  <p:tag name="KSO_WM_UNIT_LAYERLEVEL" val="1"/>
  <p:tag name="KSO_WM_TAG_VERSION" val="1.0"/>
  <p:tag name="KSO_WM_BEAUTIFY_FLAG" val="#wm#"/>
  <p:tag name="KSO_WM_UNIT_TEXTBOXSTYLE_GUID" val="{175e3093-a6c6-486e-84aa-685431043bdb}"/>
</p:tagLst>
</file>

<file path=ppt/tags/tag4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_NEED_ADD_PATH_ANIM" val="0"/>
  <p:tag name="KSO_WM_UNIT_DIAGRAM_ISREFERUNIT" val="0"/>
  <p:tag name="KSO_WM_UNIT_TYPE" val="i"/>
  <p:tag name="KSO_WM_UNIT_INDEX" val="2"/>
  <p:tag name="KSO_WM_UNIT_ID" val="mixed20202549_1*i*2"/>
  <p:tag name="KSO_WM_TEMPLATE_CATEGORY" val="mixed"/>
  <p:tag name="KSO_WM_TEMPLATE_INDEX" val="20202549"/>
  <p:tag name="KSO_WM_UNIT_LAYERLEVEL" val="1"/>
  <p:tag name="KSO_WM_TAG_VERSION" val="1.0"/>
  <p:tag name="KSO_WM_BEAUTIFY_FLAG" val="#wm#"/>
  <p:tag name="KSO_WM_UNIT_FILL_FORE_SCHEMECOLOR_INDEX_BRIGHTNESS" val="-0.15"/>
  <p:tag name="KSO_WM_UNIT_FILL_FORE_SCHEMECOLOR_INDEX" val="14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4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_NEED_ADD_PATH_ANIM" val="0"/>
  <p:tag name="KSO_WM_UNIT_DIAGRAM_ISREFERUNIT" val="0"/>
  <p:tag name="KSO_WM_UNIT_TYPE" val="i"/>
  <p:tag name="KSO_WM_UNIT_INDEX" val="3"/>
  <p:tag name="KSO_WM_UNIT_ID" val="mixed20202549_1*i*3"/>
  <p:tag name="KSO_WM_TEMPLATE_CATEGORY" val="mixed"/>
  <p:tag name="KSO_WM_TEMPLATE_INDEX" val="20202549"/>
  <p:tag name="KSO_WM_UNIT_LAYERLEVEL" val="1"/>
  <p:tag name="KSO_WM_TAG_VERSION" val="1.0"/>
  <p:tag name="KSO_WM_BEAUTIFY_FLAG" val="#wm#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485.xml><?xml version="1.0" encoding="utf-8"?>
<p:tagLst xmlns:p="http://schemas.openxmlformats.org/presentationml/2006/main">
  <p:tag name="KSO_WM_UNIT_TEXTBOXSTYLE_SHAPETYPE" val="1"/>
  <p:tag name="KSO_WM_UNIT_TEXTBOXSTYLE_ADJUSTLEFT" val="0_191.6372"/>
  <p:tag name="KSO_WM_UNIT_TEXTBOXSTYLE_ADJUSTTOP" val="0_282.0435"/>
  <p:tag name="KSO_WM_UNIT_TEXTBOXSTYLE_DECORATEINDEX" val="2"/>
  <p:tag name="KSO_WM_UNIT_HIGHLIGHT" val="0"/>
  <p:tag name="KSO_WM_UNIT_COMPATIBLE" val="0"/>
  <p:tag name="KSO_WM_UNIT_DIAGRAM_ISNUMVISUAL" val="0"/>
  <p:tag name="KSO_WM_UNIT_DIAGRAM_IS_NEED_ADD_PATH_ANIM" val="0"/>
  <p:tag name="KSO_WM_UNIT_DIAGRAM_ISREFERUNIT" val="0"/>
  <p:tag name="KSO_WM_UNIT_TYPE" val="i"/>
  <p:tag name="KSO_WM_UNIT_INDEX" val="4"/>
  <p:tag name="KSO_WM_UNIT_ID" val="mixed20202549_1*i*4"/>
  <p:tag name="KSO_WM_TEMPLATE_CATEGORY" val="mixed"/>
  <p:tag name="KSO_WM_TEMPLATE_INDEX" val="20202549"/>
  <p:tag name="KSO_WM_UNIT_LAYERLEVEL" val="1"/>
  <p:tag name="KSO_WM_TAG_VERSION" val="1.0"/>
  <p:tag name="KSO_WM_BEAUTIFY_FLAG" val="#wm#"/>
  <p:tag name="KSO_WM_UNIT_TEXTBOXSTYLE_GUID" val="{175e3093-a6c6-486e-84aa-685431043bdb}"/>
</p:tagLst>
</file>

<file path=ppt/tags/tag4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_NEED_ADD_PATH_ANIM" val="0"/>
  <p:tag name="KSO_WM_UNIT_DIAGRAM_ISREFERUNIT" val="0"/>
  <p:tag name="KSO_WM_UNIT_TYPE" val="i"/>
  <p:tag name="KSO_WM_UNIT_INDEX" val="5"/>
  <p:tag name="KSO_WM_UNIT_ID" val="mixed20202549_1*i*5"/>
  <p:tag name="KSO_WM_TEMPLATE_CATEGORY" val="mixed"/>
  <p:tag name="KSO_WM_TEMPLATE_INDEX" val="20202549"/>
  <p:tag name="KSO_WM_UNIT_LAYERLEVEL" val="1"/>
  <p:tag name="KSO_WM_TAG_VERSION" val="1.0"/>
  <p:tag name="KSO_WM_BEAUTIFY_FLAG" val="#wm#"/>
  <p:tag name="KSO_WM_UNIT_FILL_FORE_SCHEMECOLOR_INDEX_BRIGHTNESS" val="-0.15"/>
  <p:tag name="KSO_WM_UNIT_FILL_FORE_SCHEMECOLOR_INDEX" val="14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4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_NEED_ADD_PATH_ANIM" val="0"/>
  <p:tag name="KSO_WM_UNIT_DIAGRAM_ISREFERUNIT" val="0"/>
  <p:tag name="KSO_WM_UNIT_TYPE" val="i"/>
  <p:tag name="KSO_WM_UNIT_INDEX" val="6"/>
  <p:tag name="KSO_WM_UNIT_ID" val="mixed20202549_1*i*6"/>
  <p:tag name="KSO_WM_TEMPLATE_CATEGORY" val="mixed"/>
  <p:tag name="KSO_WM_TEMPLATE_INDEX" val="20202549"/>
  <p:tag name="KSO_WM_UNIT_LAYERLEVEL" val="1"/>
  <p:tag name="KSO_WM_TAG_VERSION" val="1.0"/>
  <p:tag name="KSO_WM_BEAUTIFY_FLAG" val="#wm#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488.xml><?xml version="1.0" encoding="utf-8"?>
<p:tagLst xmlns:p="http://schemas.openxmlformats.org/presentationml/2006/main">
  <p:tag name="KSO_WM_UNIT_TEXTBOXSTYLE_SHAPETYPE" val="1"/>
  <p:tag name="KSO_WM_UNIT_TEXTBOXSTYLE_ADJUSTLEFT" val="0_364.7264"/>
  <p:tag name="KSO_WM_UNIT_TEXTBOXSTYLE_ADJUSTTOP" val="0_282.0435"/>
  <p:tag name="KSO_WM_UNIT_TEXTBOXSTYLE_DECORATEINDEX" val="3"/>
  <p:tag name="KSO_WM_UNIT_HIGHLIGHT" val="0"/>
  <p:tag name="KSO_WM_UNIT_COMPATIBLE" val="0"/>
  <p:tag name="KSO_WM_UNIT_DIAGRAM_ISNUMVISUAL" val="0"/>
  <p:tag name="KSO_WM_UNIT_DIAGRAM_IS_NEED_ADD_PATH_ANIM" val="0"/>
  <p:tag name="KSO_WM_UNIT_DIAGRAM_ISREFERUNIT" val="0"/>
  <p:tag name="KSO_WM_UNIT_TYPE" val="i"/>
  <p:tag name="KSO_WM_UNIT_INDEX" val="7"/>
  <p:tag name="KSO_WM_UNIT_ID" val="mixed20202549_1*i*7"/>
  <p:tag name="KSO_WM_TEMPLATE_CATEGORY" val="mixed"/>
  <p:tag name="KSO_WM_TEMPLATE_INDEX" val="20202549"/>
  <p:tag name="KSO_WM_UNIT_LAYERLEVEL" val="1"/>
  <p:tag name="KSO_WM_TAG_VERSION" val="1.0"/>
  <p:tag name="KSO_WM_BEAUTIFY_FLAG" val="#wm#"/>
  <p:tag name="KSO_WM_UNIT_TEXTBOXSTYLE_GUID" val="{175e3093-a6c6-486e-84aa-685431043bdb}"/>
</p:tagLst>
</file>

<file path=ppt/tags/tag4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_NEED_ADD_PATH_ANIM" val="0"/>
  <p:tag name="KSO_WM_UNIT_DIAGRAM_ISREFERUNIT" val="0"/>
  <p:tag name="KSO_WM_UNIT_TYPE" val="i"/>
  <p:tag name="KSO_WM_UNIT_INDEX" val="8"/>
  <p:tag name="KSO_WM_UNIT_ID" val="mixed20202549_1*i*8"/>
  <p:tag name="KSO_WM_TEMPLATE_CATEGORY" val="mixed"/>
  <p:tag name="KSO_WM_TEMPLATE_INDEX" val="20202549"/>
  <p:tag name="KSO_WM_UNIT_LAYERLEVEL" val="1"/>
  <p:tag name="KSO_WM_TAG_VERSION" val="1.0"/>
  <p:tag name="KSO_WM_BEAUTIFY_FLAG" val="#wm#"/>
  <p:tag name="KSO_WM_UNIT_FILL_FORE_SCHEMECOLOR_INDEX_BRIGHTNESS" val="-0.15"/>
  <p:tag name="KSO_WM_UNIT_FILL_FORE_SCHEMECOLOR_INDEX" val="14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4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_NEED_ADD_PATH_ANIM" val="0"/>
  <p:tag name="KSO_WM_UNIT_DIAGRAM_ISREFERUNIT" val="0"/>
  <p:tag name="KSO_WM_UNIT_TYPE" val="i"/>
  <p:tag name="KSO_WM_UNIT_INDEX" val="9"/>
  <p:tag name="KSO_WM_UNIT_ID" val="mixed20202549_1*i*9"/>
  <p:tag name="KSO_WM_TEMPLATE_CATEGORY" val="mixed"/>
  <p:tag name="KSO_WM_TEMPLATE_INDEX" val="20202549"/>
  <p:tag name="KSO_WM_UNIT_LAYERLEVEL" val="1"/>
  <p:tag name="KSO_WM_TAG_VERSION" val="1.0"/>
  <p:tag name="KSO_WM_BEAUTIFY_FLAG" val="#wm#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491.xml><?xml version="1.0" encoding="utf-8"?>
<p:tagLst xmlns:p="http://schemas.openxmlformats.org/presentationml/2006/main">
  <p:tag name="KSO_WM_UNIT_TEXTBOXSTYLE_SHAPETYPE" val="1"/>
  <p:tag name="KSO_WM_UNIT_TEXTBOXSTYLE_ADJUSTLEFT" val="0_538.6006"/>
  <p:tag name="KSO_WM_UNIT_TEXTBOXSTYLE_ADJUSTTOP" val="0_282.0435"/>
  <p:tag name="KSO_WM_UNIT_TEXTBOXSTYLE_DECORATEINDEX" val="4"/>
  <p:tag name="KSO_WM_UNIT_HIGHLIGHT" val="0"/>
  <p:tag name="KSO_WM_UNIT_COMPATIBLE" val="0"/>
  <p:tag name="KSO_WM_UNIT_DIAGRAM_ISNUMVISUAL" val="0"/>
  <p:tag name="KSO_WM_UNIT_DIAGRAM_IS_NEED_ADD_PATH_ANIM" val="0"/>
  <p:tag name="KSO_WM_UNIT_DIAGRAM_ISREFERUNIT" val="0"/>
  <p:tag name="KSO_WM_UNIT_TYPE" val="i"/>
  <p:tag name="KSO_WM_UNIT_INDEX" val="10"/>
  <p:tag name="KSO_WM_UNIT_ID" val="mixed20202549_1*i*10"/>
  <p:tag name="KSO_WM_TEMPLATE_CATEGORY" val="mixed"/>
  <p:tag name="KSO_WM_TEMPLATE_INDEX" val="20202549"/>
  <p:tag name="KSO_WM_UNIT_LAYERLEVEL" val="1"/>
  <p:tag name="KSO_WM_TAG_VERSION" val="1.0"/>
  <p:tag name="KSO_WM_BEAUTIFY_FLAG" val="#wm#"/>
  <p:tag name="KSO_WM_UNIT_TEXTBOXSTYLE_GUID" val="{175e3093-a6c6-486e-84aa-685431043bdb}"/>
</p:tagLst>
</file>

<file path=ppt/tags/tag4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_NEED_ADD_PATH_ANIM" val="0"/>
  <p:tag name="KSO_WM_UNIT_DIAGRAM_ISREFERUNIT" val="0"/>
  <p:tag name="KSO_WM_UNIT_TYPE" val="i"/>
  <p:tag name="KSO_WM_UNIT_INDEX" val="11"/>
  <p:tag name="KSO_WM_UNIT_ID" val="mixed20202549_1*i*11"/>
  <p:tag name="KSO_WM_TEMPLATE_CATEGORY" val="mixed"/>
  <p:tag name="KSO_WM_TEMPLATE_INDEX" val="20202549"/>
  <p:tag name="KSO_WM_UNIT_LAYERLEVEL" val="1"/>
  <p:tag name="KSO_WM_TAG_VERSION" val="1.0"/>
  <p:tag name="KSO_WM_BEAUTIFY_FLAG" val="#wm#"/>
  <p:tag name="KSO_WM_UNIT_FILL_FORE_SCHEMECOLOR_INDEX_BRIGHTNESS" val="-0.15"/>
  <p:tag name="KSO_WM_UNIT_FILL_FORE_SCHEMECOLOR_INDEX" val="14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4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_NEED_ADD_PATH_ANIM" val="0"/>
  <p:tag name="KSO_WM_UNIT_DIAGRAM_ISREFERUNIT" val="0"/>
  <p:tag name="KSO_WM_UNIT_TYPE" val="i"/>
  <p:tag name="KSO_WM_UNIT_INDEX" val="12"/>
  <p:tag name="KSO_WM_UNIT_ID" val="mixed20202549_1*i*12"/>
  <p:tag name="KSO_WM_TEMPLATE_CATEGORY" val="mixed"/>
  <p:tag name="KSO_WM_TEMPLATE_INDEX" val="20202549"/>
  <p:tag name="KSO_WM_UNIT_LAYERLEVEL" val="1"/>
  <p:tag name="KSO_WM_TAG_VERSION" val="1.0"/>
  <p:tag name="KSO_WM_BEAUTIFY_FLAG" val="#wm#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494.xml><?xml version="1.0" encoding="utf-8"?>
<p:tagLst xmlns:p="http://schemas.openxmlformats.org/presentationml/2006/main">
  <p:tag name="KSO_WM_UNIT_TEXTBOXSTYLE_SHAPETYPE" val="1"/>
  <p:tag name="KSO_WM_UNIT_TEXTBOXSTYLE_ADJUSTLEFT" val="0_699.1742"/>
  <p:tag name="KSO_WM_UNIT_TEXTBOXSTYLE_ADJUSTTOP" val="0_282.0435"/>
  <p:tag name="KSO_WM_UNIT_TEXTBOXSTYLE_DECORATEINDEX" val="5"/>
  <p:tag name="KSO_WM_UNIT_HIGHLIGHT" val="0"/>
  <p:tag name="KSO_WM_UNIT_COMPATIBLE" val="0"/>
  <p:tag name="KSO_WM_UNIT_DIAGRAM_ISNUMVISUAL" val="0"/>
  <p:tag name="KSO_WM_UNIT_DIAGRAM_IS_NEED_ADD_PATH_ANIM" val="0"/>
  <p:tag name="KSO_WM_UNIT_DIAGRAM_ISREFERUNIT" val="0"/>
  <p:tag name="KSO_WM_UNIT_TYPE" val="i"/>
  <p:tag name="KSO_WM_UNIT_INDEX" val="13"/>
  <p:tag name="KSO_WM_UNIT_ID" val="mixed20202549_1*i*13"/>
  <p:tag name="KSO_WM_TEMPLATE_CATEGORY" val="mixed"/>
  <p:tag name="KSO_WM_TEMPLATE_INDEX" val="20202549"/>
  <p:tag name="KSO_WM_UNIT_LAYERLEVEL" val="1"/>
  <p:tag name="KSO_WM_TAG_VERSION" val="1.0"/>
  <p:tag name="KSO_WM_BEAUTIFY_FLAG" val="#wm#"/>
  <p:tag name="KSO_WM_UNIT_TEXTBOXSTYLE_GUID" val="{175e3093-a6c6-486e-84aa-685431043bdb}"/>
</p:tagLst>
</file>

<file path=ppt/tags/tag4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_NEED_ADD_PATH_ANIM" val="0"/>
  <p:tag name="KSO_WM_UNIT_DIAGRAM_ISREFERUNIT" val="0"/>
  <p:tag name="KSO_WM_UNIT_TYPE" val="i"/>
  <p:tag name="KSO_WM_UNIT_INDEX" val="14"/>
  <p:tag name="KSO_WM_UNIT_ID" val="mixed20202549_1*i*14"/>
  <p:tag name="KSO_WM_TEMPLATE_CATEGORY" val="mixed"/>
  <p:tag name="KSO_WM_TEMPLATE_INDEX" val="20202549"/>
  <p:tag name="KSO_WM_UNIT_LAYERLEVEL" val="1"/>
  <p:tag name="KSO_WM_TAG_VERSION" val="1.0"/>
  <p:tag name="KSO_WM_BEAUTIFY_FLAG" val="#wm#"/>
  <p:tag name="KSO_WM_UNIT_FILL_FORE_SCHEMECOLOR_INDEX_BRIGHTNESS" val="-0.15"/>
  <p:tag name="KSO_WM_UNIT_FILL_FORE_SCHEMECOLOR_INDEX" val="14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4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_NEED_ADD_PATH_ANIM" val="0"/>
  <p:tag name="KSO_WM_UNIT_DIAGRAM_ISREFERUNIT" val="0"/>
  <p:tag name="KSO_WM_UNIT_TYPE" val="i"/>
  <p:tag name="KSO_WM_UNIT_INDEX" val="15"/>
  <p:tag name="KSO_WM_UNIT_ID" val="mixed20202549_1*i*15"/>
  <p:tag name="KSO_WM_TEMPLATE_CATEGORY" val="mixed"/>
  <p:tag name="KSO_WM_TEMPLATE_INDEX" val="20202549"/>
  <p:tag name="KSO_WM_UNIT_LAYERLEVEL" val="1"/>
  <p:tag name="KSO_WM_TAG_VERSION" val="1.0"/>
  <p:tag name="KSO_WM_BEAUTIFY_FLAG" val="#wm#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497.xml><?xml version="1.0" encoding="utf-8"?>
<p:tagLst xmlns:p="http://schemas.openxmlformats.org/presentationml/2006/main">
  <p:tag name="KSO_WM_UNIT_TEXTBOXSTYLE_SHAPETYPE" val="0"/>
  <p:tag name="KSO_WM_UNIT_TEXTBOXSTYLE_TEMPLATETYPE" val="9"/>
  <p:tag name="KSO_WM_UNIT_PRESET_TEXT" val="我们能实现，图文排版，让我们能实现，图文排版，让图图片&#13;您的正文已经经简明扼要，字字珠玑。&#13;您的正文已经经简明扼要，字字珠玑。&#13;您的正文已经经简明扼要，字字珠玑。&#13;您的正文已经经简明扼要，字字珠玑。&#13;我们能实现，图文排版，让我们能实现，图文排版，让图图片"/>
  <p:tag name="KSO_WM_UNIT_NOCLEAR" val="1"/>
  <p:tag name="KSO_WM_UNIT_SHOW_EDIT_AREA_INDICATION" val="0"/>
  <p:tag name="KSO_WM_UNIT_VALUE" val="234"/>
  <p:tag name="KSO_WM_UNIT_HIGHLIGHT" val="0"/>
  <p:tag name="KSO_WM_UNIT_COMPATIBLE" val="0"/>
  <p:tag name="KSO_WM_UNIT_DIAGRAM_ISNUMVISUAL" val="0"/>
  <p:tag name="KSO_WM_UNIT_DIAGRAM_IS_NEED_ADD_PATH_ANIM" val="0"/>
  <p:tag name="KSO_WM_UNIT_DIAGRAM_ISREFERUNIT" val="0"/>
  <p:tag name="KSO_WM_UNIT_TYPE" val="f"/>
  <p:tag name="KSO_WM_UNIT_INDEX" val="1"/>
  <p:tag name="KSO_WM_UNIT_ID" val="mixed20202549_1*f*1"/>
  <p:tag name="KSO_WM_TEMPLATE_CATEGORY" val="mixed"/>
  <p:tag name="KSO_WM_TEMPLATE_INDEX" val="20202549"/>
  <p:tag name="KSO_WM_UNIT_LAYERLEVEL" val="1"/>
  <p:tag name="KSO_WM_TAG_VERSION" val="1.0"/>
  <p:tag name="KSO_WM_BEAUTIFY_FLAG" val="#wm#"/>
  <p:tag name="KSO_WM_UNIT_TEXTBOXSTYLE_GUID" val="{175e3093-a6c6-486e-84aa-685431043bdb}"/>
  <p:tag name="KSO_WM_UNIT_TEXTBOXSTYLE_TYPE" val="8"/>
</p:tagLst>
</file>

<file path=ppt/tags/tag498.xml><?xml version="1.0" encoding="utf-8"?>
<p:tagLst xmlns:p="http://schemas.openxmlformats.org/presentationml/2006/main">
  <p:tag name="KSO_WM_SLIDE_BK_DARK_LIGHT" val="2"/>
  <p:tag name="KSO_WM_SLIDE_BACKGROUND_TYPE" val="general"/>
</p:tagLst>
</file>

<file path=ppt/tags/tag499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UNIT_TYPE" val="i"/>
</p:tagLst>
</file>

<file path=ppt/tags/tag500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UNIT_FILL_FORE_SCHEMECOLOR_INDEX_BRIGHTNESS" val="0.6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501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UNIT_FILL_FORE_SCHEMECOLOR_INDEX_BRIGHTNESS" val="0.4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502.xml><?xml version="1.0" encoding="utf-8"?>
<p:tagLst xmlns:p="http://schemas.openxmlformats.org/presentationml/2006/main">
  <p:tag name="KSO_WM_UNIT_FILL_FORE_SCHEMECOLOR_INDEX_BRIGHTNESS" val="0"/>
  <p:tag name="KSO_WM_UNIT_FILL_FORE_SCHEMECOLOR_INDEX" val="6"/>
  <p:tag name="KSO_WM_UNIT_FILL_TYPE" val="1"/>
</p:tagLst>
</file>

<file path=ppt/tags/tag503.xml><?xml version="1.0" encoding="utf-8"?>
<p:tagLst xmlns:p="http://schemas.openxmlformats.org/presentationml/2006/main">
  <p:tag name="KSO_WM_SLIDE_BK_DARK_LIGHT" val="2"/>
  <p:tag name="KSO_WM_SLIDE_BACKGROUND_TYPE" val="general"/>
</p:tagLst>
</file>

<file path=ppt/tags/tag504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UNIT_TYPE" val="i"/>
</p:tagLst>
</file>

<file path=ppt/tags/tag505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UNIT_FILL_FORE_SCHEMECOLOR_INDEX_BRIGHTNESS" val="0.6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506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UNIT_FILL_FORE_SCHEMECOLOR_INDEX_BRIGHTNESS" val="0.4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507.xml><?xml version="1.0" encoding="utf-8"?>
<p:tagLst xmlns:p="http://schemas.openxmlformats.org/presentationml/2006/main">
  <p:tag name="KSO_WM_UNIT_FILL_FORE_SCHEMECOLOR_INDEX_BRIGHTNESS" val="0"/>
  <p:tag name="KSO_WM_UNIT_FILL_FORE_SCHEMECOLOR_INDEX" val="6"/>
  <p:tag name="KSO_WM_UNIT_FILL_TYPE" val="1"/>
</p:tagLst>
</file>

<file path=ppt/tags/tag508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509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510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511.xml><?xml version="1.0" encoding="utf-8"?>
<p:tagLst xmlns:p="http://schemas.openxmlformats.org/presentationml/2006/main">
  <p:tag name="KSO_WM_SLIDE_BK_DARK_LIGHT" val="2"/>
  <p:tag name="KSO_WM_SLIDE_BACKGROUND_TYPE" val="general"/>
</p:tagLst>
</file>

<file path=ppt/tags/tag512.xml><?xml version="1.0" encoding="utf-8"?>
<p:tagLst xmlns:p="http://schemas.openxmlformats.org/presentationml/2006/main">
  <p:tag name="KSO_WM_UNIT_ISCONTENTSTITLE" val="0"/>
  <p:tag name="KSO_WM_UNIT_ISNUMDGMTITLE" val="0"/>
  <p:tag name="KSO_WM_UNIT_NOCLEAR" val="1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2545_15*a*1"/>
  <p:tag name="KSO_WM_TEMPLATE_CATEGORY" val="custom"/>
  <p:tag name="KSO_WM_TEMPLATE_INDEX" val="20202545"/>
  <p:tag name="KSO_WM_UNIT_LAYERLEVEL" val="1"/>
  <p:tag name="KSO_WM_TAG_VERSION" val="1.0"/>
  <p:tag name="KSO_WM_BEAUTIFY_FLAG" val="#wm#"/>
  <p:tag name="KSO_WM_UNIT_PRESET_TEXT" val="谢谢"/>
  <p:tag name="KSO_WM_UNIT_TEXT_FILL_FORE_SCHEMECOLOR_INDEX_BRIGHTNESS" val="0.15"/>
  <p:tag name="KSO_WM_UNIT_TEXT_FILL_FORE_SCHEMECOLOR_INDEX" val="13"/>
  <p:tag name="KSO_WM_UNIT_TEXT_FILL_TYPE" val="1"/>
</p:tagLst>
</file>

<file path=ppt/tags/tag513.xml><?xml version="1.0" encoding="utf-8"?>
<p:tagLst xmlns:p="http://schemas.openxmlformats.org/presentationml/2006/main">
  <p:tag name="KSO_WM_SLIDE_ID" val="custom20202545_15"/>
  <p:tag name="KSO_WM_TEMPLATE_SUBCATEGORY" val="0"/>
  <p:tag name="KSO_WM_TEMPLATE_MASTER_TYPE" val="1"/>
  <p:tag name="KSO_WM_TEMPLATE_COLOR_TYPE" val="1"/>
  <p:tag name="KSO_WM_SLIDE_TYPE" val="endPage"/>
  <p:tag name="KSO_WM_SLIDE_SUBTYPE" val="pureTxt"/>
  <p:tag name="KSO_WM_SLIDE_ITEM_CNT" val="0"/>
  <p:tag name="KSO_WM_SLIDE_INDEX" val="15"/>
  <p:tag name="KSO_WM_TAG_VERSION" val="1.0"/>
  <p:tag name="KSO_WM_BEAUTIFY_FLAG" val="#wm#"/>
  <p:tag name="KSO_WM_TEMPLATE_CATEGORY" val="custom"/>
  <p:tag name="KSO_WM_TEMPLATE_INDEX" val="20202545"/>
  <p:tag name="KSO_WM_SLIDE_LAYOUT" val="a"/>
  <p:tag name="KSO_WM_SLIDE_LAYOUT_CNT" val="1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Office 主题​​">
  <a:themeElements>
    <a:clrScheme name="">
      <a:dk1>
        <a:srgbClr val="000000"/>
      </a:dk1>
      <a:lt1>
        <a:srgbClr val="FFFFFF"/>
      </a:lt1>
      <a:dk2>
        <a:srgbClr val="333333"/>
      </a:dk2>
      <a:lt2>
        <a:srgbClr val="FFFFFF"/>
      </a:lt2>
      <a:accent1>
        <a:srgbClr val="5C8FC7"/>
      </a:accent1>
      <a:accent2>
        <a:srgbClr val="6E82BA"/>
      </a:accent2>
      <a:accent3>
        <a:srgbClr val="8376B0"/>
      </a:accent3>
      <a:accent4>
        <a:srgbClr val="9868A3"/>
      </a:accent4>
      <a:accent5>
        <a:srgbClr val="AE5B97"/>
      </a:accent5>
      <a:accent6>
        <a:srgbClr val="C44B8A"/>
      </a:accent6>
      <a:hlink>
        <a:srgbClr val="658BD5"/>
      </a:hlink>
      <a:folHlink>
        <a:srgbClr val="9F69A3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3_Office 主题​​">
  <a:themeElements>
    <a:clrScheme name="">
      <a:dk1>
        <a:srgbClr val="000000"/>
      </a:dk1>
      <a:lt1>
        <a:srgbClr val="FFFFFF"/>
      </a:lt1>
      <a:dk2>
        <a:srgbClr val="333333"/>
      </a:dk2>
      <a:lt2>
        <a:srgbClr val="FFFFFF"/>
      </a:lt2>
      <a:accent1>
        <a:srgbClr val="5C8FC7"/>
      </a:accent1>
      <a:accent2>
        <a:srgbClr val="6E82BA"/>
      </a:accent2>
      <a:accent3>
        <a:srgbClr val="8376B0"/>
      </a:accent3>
      <a:accent4>
        <a:srgbClr val="9868A3"/>
      </a:accent4>
      <a:accent5>
        <a:srgbClr val="AE5B97"/>
      </a:accent5>
      <a:accent6>
        <a:srgbClr val="C44B8A"/>
      </a:accent6>
      <a:hlink>
        <a:srgbClr val="658BD5"/>
      </a:hlink>
      <a:folHlink>
        <a:srgbClr val="9F69A3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1699</Words>
  <Application>WPS 演示</Application>
  <PresentationFormat>On-screen Show (4:3)</PresentationFormat>
  <Paragraphs>187</Paragraphs>
  <Slides>16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16</vt:i4>
      </vt:variant>
    </vt:vector>
  </HeadingPairs>
  <TitlesOfParts>
    <vt:vector size="31" baseType="lpstr">
      <vt:lpstr>Arial</vt:lpstr>
      <vt:lpstr>宋体</vt:lpstr>
      <vt:lpstr>Wingdings</vt:lpstr>
      <vt:lpstr>Arial</vt:lpstr>
      <vt:lpstr>Calibri</vt:lpstr>
      <vt:lpstr>微软雅黑</vt:lpstr>
      <vt:lpstr>Arial Unicode MS</vt:lpstr>
      <vt:lpstr>汉仪旗黑-85S</vt:lpstr>
      <vt:lpstr>黑体</vt:lpstr>
      <vt:lpstr>Viner Hand ITC</vt:lpstr>
      <vt:lpstr>Wingdings</vt:lpstr>
      <vt:lpstr>Mongolian Baiti</vt:lpstr>
      <vt:lpstr>Office Theme</vt:lpstr>
      <vt:lpstr>2_Office 主题​​</vt:lpstr>
      <vt:lpstr>3_Office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=^_^=</cp:lastModifiedBy>
  <cp:revision>3</cp:revision>
  <dcterms:created xsi:type="dcterms:W3CDTF">2013-01-27T09:14:00Z</dcterms:created>
  <dcterms:modified xsi:type="dcterms:W3CDTF">2026-05-25T09:04:37Z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51F1F393A4034CA086F198926F9ED59A_12</vt:lpwstr>
  </property>
  <property fmtid="{D5CDD505-2E9C-101B-9397-08002B2CF9AE}" pid="3" name="KSOProductBuildVer">
    <vt:lpwstr>2052-12.1.0.26375</vt:lpwstr>
  </property>
</Properties>
</file>